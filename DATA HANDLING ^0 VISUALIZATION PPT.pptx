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9" r:id="rId3"/>
    <p:sldId id="278" r:id="rId4"/>
    <p:sldId id="276" r:id="rId5"/>
    <p:sldId id="277" r:id="rId6"/>
    <p:sldId id="274" r:id="rId7"/>
    <p:sldId id="275" r:id="rId8"/>
    <p:sldId id="261" r:id="rId9"/>
    <p:sldId id="262" r:id="rId10"/>
    <p:sldId id="270" r:id="rId11"/>
    <p:sldId id="263" r:id="rId12"/>
    <p:sldId id="271" r:id="rId13"/>
    <p:sldId id="264" r:id="rId14"/>
    <p:sldId id="272" r:id="rId15"/>
    <p:sldId id="265" r:id="rId16"/>
    <p:sldId id="266" r:id="rId17"/>
    <p:sldId id="267" r:id="rId18"/>
    <p:sldId id="268"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BC7714F-2A95-4CED-AAA4-D4B752B18B25}" v="68" dt="2026-02-03T04:12:30.77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660"/>
  </p:normalViewPr>
  <p:slideViewPr>
    <p:cSldViewPr snapToGrid="0">
      <p:cViewPr varScale="1">
        <p:scale>
          <a:sx n="90" d="100"/>
          <a:sy n="90" d="100"/>
        </p:scale>
        <p:origin x="355"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aik Asif" userId="4e56536154611e8e" providerId="LiveId" clId="{AD2B533D-2C00-4B78-88B4-D3974744E019}"/>
    <pc:docChg chg="undo custSel addSld delSld modSld sldOrd">
      <pc:chgData name="Shaik Asif" userId="4e56536154611e8e" providerId="LiveId" clId="{AD2B533D-2C00-4B78-88B4-D3974744E019}" dt="2026-02-03T05:30:08.200" v="670" actId="47"/>
      <pc:docMkLst>
        <pc:docMk/>
      </pc:docMkLst>
      <pc:sldChg chg="modSp mod">
        <pc:chgData name="Shaik Asif" userId="4e56536154611e8e" providerId="LiveId" clId="{AD2B533D-2C00-4B78-88B4-D3974744E019}" dt="2026-02-02T10:38:51.067" v="645" actId="20577"/>
        <pc:sldMkLst>
          <pc:docMk/>
          <pc:sldMk cId="229846091" sldId="256"/>
        </pc:sldMkLst>
        <pc:spChg chg="mod">
          <ac:chgData name="Shaik Asif" userId="4e56536154611e8e" providerId="LiveId" clId="{AD2B533D-2C00-4B78-88B4-D3974744E019}" dt="2026-02-02T10:38:51.067" v="645" actId="20577"/>
          <ac:spMkLst>
            <pc:docMk/>
            <pc:sldMk cId="229846091" sldId="256"/>
            <ac:spMk id="3" creationId="{0F99B0D6-729B-4DC6-369B-704EB5C19479}"/>
          </ac:spMkLst>
        </pc:spChg>
      </pc:sldChg>
      <pc:sldChg chg="modSp mod ord">
        <pc:chgData name="Shaik Asif" userId="4e56536154611e8e" providerId="LiveId" clId="{AD2B533D-2C00-4B78-88B4-D3974744E019}" dt="2026-02-02T09:47:50.156" v="558"/>
        <pc:sldMkLst>
          <pc:docMk/>
          <pc:sldMk cId="3019118108" sldId="259"/>
        </pc:sldMkLst>
        <pc:spChg chg="mod">
          <ac:chgData name="Shaik Asif" userId="4e56536154611e8e" providerId="LiveId" clId="{AD2B533D-2C00-4B78-88B4-D3974744E019}" dt="2026-02-02T08:59:48.894" v="327" actId="123"/>
          <ac:spMkLst>
            <pc:docMk/>
            <pc:sldMk cId="3019118108" sldId="259"/>
            <ac:spMk id="6" creationId="{6CB9B9A0-34C1-6F34-B460-AE3BB4341D93}"/>
          </ac:spMkLst>
        </pc:spChg>
      </pc:sldChg>
      <pc:sldChg chg="addSp modSp mod">
        <pc:chgData name="Shaik Asif" userId="4e56536154611e8e" providerId="LiveId" clId="{AD2B533D-2C00-4B78-88B4-D3974744E019}" dt="2026-02-02T09:27:26.558" v="416" actId="15"/>
        <pc:sldMkLst>
          <pc:docMk/>
          <pc:sldMk cId="1015679612" sldId="261"/>
        </pc:sldMkLst>
        <pc:spChg chg="mod">
          <ac:chgData name="Shaik Asif" userId="4e56536154611e8e" providerId="LiveId" clId="{AD2B533D-2C00-4B78-88B4-D3974744E019}" dt="2026-01-09T09:07:22.555" v="9" actId="2711"/>
          <ac:spMkLst>
            <pc:docMk/>
            <pc:sldMk cId="1015679612" sldId="261"/>
            <ac:spMk id="2" creationId="{2169FD7E-19C8-DF6F-3208-4885D87D1EB4}"/>
          </ac:spMkLst>
        </pc:spChg>
        <pc:spChg chg="mod">
          <ac:chgData name="Shaik Asif" userId="4e56536154611e8e" providerId="LiveId" clId="{AD2B533D-2C00-4B78-88B4-D3974744E019}" dt="2026-02-02T09:27:26.558" v="416" actId="15"/>
          <ac:spMkLst>
            <pc:docMk/>
            <pc:sldMk cId="1015679612" sldId="261"/>
            <ac:spMk id="3" creationId="{DCC04EC5-2570-237F-4D10-8348F47606F1}"/>
          </ac:spMkLst>
        </pc:spChg>
      </pc:sldChg>
      <pc:sldChg chg="modSp add mod">
        <pc:chgData name="Shaik Asif" userId="4e56536154611e8e" providerId="LiveId" clId="{AD2B533D-2C00-4B78-88B4-D3974744E019}" dt="2026-02-02T10:32:56.472" v="614" actId="20577"/>
        <pc:sldMkLst>
          <pc:docMk/>
          <pc:sldMk cId="1117415951" sldId="262"/>
        </pc:sldMkLst>
        <pc:spChg chg="mod">
          <ac:chgData name="Shaik Asif" userId="4e56536154611e8e" providerId="LiveId" clId="{AD2B533D-2C00-4B78-88B4-D3974744E019}" dt="2026-02-02T10:32:56.472" v="614" actId="20577"/>
          <ac:spMkLst>
            <pc:docMk/>
            <pc:sldMk cId="1117415951" sldId="262"/>
            <ac:spMk id="2" creationId="{DF0DD914-59A6-445C-AB98-7C7FC82F5CCB}"/>
          </ac:spMkLst>
        </pc:spChg>
        <pc:spChg chg="mod">
          <ac:chgData name="Shaik Asif" userId="4e56536154611e8e" providerId="LiveId" clId="{AD2B533D-2C00-4B78-88B4-D3974744E019}" dt="2026-02-02T08:48:44.648" v="265" actId="255"/>
          <ac:spMkLst>
            <pc:docMk/>
            <pc:sldMk cId="1117415951" sldId="262"/>
            <ac:spMk id="3" creationId="{75EA03E1-B815-6315-6FAB-2BDE21EBF706}"/>
          </ac:spMkLst>
        </pc:spChg>
      </pc:sldChg>
      <pc:sldChg chg="modSp add mod">
        <pc:chgData name="Shaik Asif" userId="4e56536154611e8e" providerId="LiveId" clId="{AD2B533D-2C00-4B78-88B4-D3974744E019}" dt="2026-02-02T08:52:38.614" v="280" actId="2711"/>
        <pc:sldMkLst>
          <pc:docMk/>
          <pc:sldMk cId="1224061298" sldId="263"/>
        </pc:sldMkLst>
        <pc:spChg chg="mod">
          <ac:chgData name="Shaik Asif" userId="4e56536154611e8e" providerId="LiveId" clId="{AD2B533D-2C00-4B78-88B4-D3974744E019}" dt="2026-02-02T08:52:38.614" v="280" actId="2711"/>
          <ac:spMkLst>
            <pc:docMk/>
            <pc:sldMk cId="1224061298" sldId="263"/>
            <ac:spMk id="2" creationId="{A98490FC-3B8F-0E6D-E2C8-F5A2F54F7C98}"/>
          </ac:spMkLst>
        </pc:spChg>
        <pc:spChg chg="mod">
          <ac:chgData name="Shaik Asif" userId="4e56536154611e8e" providerId="LiveId" clId="{AD2B533D-2C00-4B78-88B4-D3974744E019}" dt="2026-02-02T08:49:49.170" v="270" actId="27636"/>
          <ac:spMkLst>
            <pc:docMk/>
            <pc:sldMk cId="1224061298" sldId="263"/>
            <ac:spMk id="3" creationId="{39BD6551-15C1-9699-7BAF-DD9D75AE4EAF}"/>
          </ac:spMkLst>
        </pc:spChg>
      </pc:sldChg>
      <pc:sldChg chg="modSp add mod">
        <pc:chgData name="Shaik Asif" userId="4e56536154611e8e" providerId="LiveId" clId="{AD2B533D-2C00-4B78-88B4-D3974744E019}" dt="2026-02-02T08:52:24.786" v="277" actId="255"/>
        <pc:sldMkLst>
          <pc:docMk/>
          <pc:sldMk cId="3412395232" sldId="264"/>
        </pc:sldMkLst>
        <pc:spChg chg="mod">
          <ac:chgData name="Shaik Asif" userId="4e56536154611e8e" providerId="LiveId" clId="{AD2B533D-2C00-4B78-88B4-D3974744E019}" dt="2026-02-02T08:52:24.786" v="277" actId="255"/>
          <ac:spMkLst>
            <pc:docMk/>
            <pc:sldMk cId="3412395232" sldId="264"/>
            <ac:spMk id="2" creationId="{170F0750-CD98-E18D-EE58-000890EBC867}"/>
          </ac:spMkLst>
        </pc:spChg>
        <pc:spChg chg="mod">
          <ac:chgData name="Shaik Asif" userId="4e56536154611e8e" providerId="LiveId" clId="{AD2B533D-2C00-4B78-88B4-D3974744E019}" dt="2026-02-02T08:50:51.083" v="274" actId="27636"/>
          <ac:spMkLst>
            <pc:docMk/>
            <pc:sldMk cId="3412395232" sldId="264"/>
            <ac:spMk id="3" creationId="{BCF51D92-DC04-1F0D-32A8-533E7C46458E}"/>
          </ac:spMkLst>
        </pc:spChg>
      </pc:sldChg>
      <pc:sldChg chg="modSp add mod">
        <pc:chgData name="Shaik Asif" userId="4e56536154611e8e" providerId="LiveId" clId="{AD2B533D-2C00-4B78-88B4-D3974744E019}" dt="2026-02-02T08:44:17.797" v="200" actId="2710"/>
        <pc:sldMkLst>
          <pc:docMk/>
          <pc:sldMk cId="744286894" sldId="265"/>
        </pc:sldMkLst>
        <pc:spChg chg="mod">
          <ac:chgData name="Shaik Asif" userId="4e56536154611e8e" providerId="LiveId" clId="{AD2B533D-2C00-4B78-88B4-D3974744E019}" dt="2026-02-02T08:38:40.032" v="162" actId="2711"/>
          <ac:spMkLst>
            <pc:docMk/>
            <pc:sldMk cId="744286894" sldId="265"/>
            <ac:spMk id="2" creationId="{FEC57BCC-F607-40A1-3D01-95B23FBD02B2}"/>
          </ac:spMkLst>
        </pc:spChg>
        <pc:spChg chg="mod">
          <ac:chgData name="Shaik Asif" userId="4e56536154611e8e" providerId="LiveId" clId="{AD2B533D-2C00-4B78-88B4-D3974744E019}" dt="2026-02-02T08:44:17.797" v="200" actId="2710"/>
          <ac:spMkLst>
            <pc:docMk/>
            <pc:sldMk cId="744286894" sldId="265"/>
            <ac:spMk id="3" creationId="{1E48D6A2-AD8C-104C-45E6-6F5AD0487146}"/>
          </ac:spMkLst>
        </pc:spChg>
      </pc:sldChg>
      <pc:sldChg chg="modSp add mod">
        <pc:chgData name="Shaik Asif" userId="4e56536154611e8e" providerId="LiveId" clId="{AD2B533D-2C00-4B78-88B4-D3974744E019}" dt="2026-02-02T08:44:09.237" v="199" actId="27636"/>
        <pc:sldMkLst>
          <pc:docMk/>
          <pc:sldMk cId="186266451" sldId="266"/>
        </pc:sldMkLst>
        <pc:spChg chg="mod">
          <ac:chgData name="Shaik Asif" userId="4e56536154611e8e" providerId="LiveId" clId="{AD2B533D-2C00-4B78-88B4-D3974744E019}" dt="2026-02-02T08:41:20.815" v="168" actId="122"/>
          <ac:spMkLst>
            <pc:docMk/>
            <pc:sldMk cId="186266451" sldId="266"/>
            <ac:spMk id="2" creationId="{59373917-5719-FCF8-16D1-181E89382151}"/>
          </ac:spMkLst>
        </pc:spChg>
        <pc:spChg chg="mod">
          <ac:chgData name="Shaik Asif" userId="4e56536154611e8e" providerId="LiveId" clId="{AD2B533D-2C00-4B78-88B4-D3974744E019}" dt="2026-02-02T08:44:09.237" v="199" actId="27636"/>
          <ac:spMkLst>
            <pc:docMk/>
            <pc:sldMk cId="186266451" sldId="266"/>
            <ac:spMk id="3" creationId="{B988D6F5-0EE8-7D0C-4778-D6774B1285D2}"/>
          </ac:spMkLst>
        </pc:spChg>
      </pc:sldChg>
      <pc:sldChg chg="addSp delSp modSp add mod">
        <pc:chgData name="Shaik Asif" userId="4e56536154611e8e" providerId="LiveId" clId="{AD2B533D-2C00-4B78-88B4-D3974744E019}" dt="2026-02-02T08:46:20.475" v="237" actId="255"/>
        <pc:sldMkLst>
          <pc:docMk/>
          <pc:sldMk cId="2747477108" sldId="267"/>
        </pc:sldMkLst>
        <pc:spChg chg="mod">
          <ac:chgData name="Shaik Asif" userId="4e56536154611e8e" providerId="LiveId" clId="{AD2B533D-2C00-4B78-88B4-D3974744E019}" dt="2026-02-02T08:43:35.971" v="193"/>
          <ac:spMkLst>
            <pc:docMk/>
            <pc:sldMk cId="2747477108" sldId="267"/>
            <ac:spMk id="2" creationId="{14FFB397-963D-AC01-B24B-444184C1A664}"/>
          </ac:spMkLst>
        </pc:spChg>
        <pc:spChg chg="del mod">
          <ac:chgData name="Shaik Asif" userId="4e56536154611e8e" providerId="LiveId" clId="{AD2B533D-2C00-4B78-88B4-D3974744E019}" dt="2026-02-02T08:42:56.164" v="177"/>
          <ac:spMkLst>
            <pc:docMk/>
            <pc:sldMk cId="2747477108" sldId="267"/>
            <ac:spMk id="3" creationId="{BC11C835-7D25-AA0D-33DB-B788F65ED763}"/>
          </ac:spMkLst>
        </pc:spChg>
        <pc:spChg chg="add">
          <ac:chgData name="Shaik Asif" userId="4e56536154611e8e" providerId="LiveId" clId="{AD2B533D-2C00-4B78-88B4-D3974744E019}" dt="2026-02-02T08:42:42.330" v="172"/>
          <ac:spMkLst>
            <pc:docMk/>
            <pc:sldMk cId="2747477108" sldId="267"/>
            <ac:spMk id="6" creationId="{22C72367-309B-6516-1A84-A704B3886BE2}"/>
          </ac:spMkLst>
        </pc:spChg>
        <pc:spChg chg="add">
          <ac:chgData name="Shaik Asif" userId="4e56536154611e8e" providerId="LiveId" clId="{AD2B533D-2C00-4B78-88B4-D3974744E019}" dt="2026-02-02T08:42:48.938" v="173"/>
          <ac:spMkLst>
            <pc:docMk/>
            <pc:sldMk cId="2747477108" sldId="267"/>
            <ac:spMk id="7" creationId="{E32C1816-7D2D-BB3C-CBCF-44077998E048}"/>
          </ac:spMkLst>
        </pc:spChg>
        <pc:spChg chg="add mod">
          <ac:chgData name="Shaik Asif" userId="4e56536154611e8e" providerId="LiveId" clId="{AD2B533D-2C00-4B78-88B4-D3974744E019}" dt="2026-02-02T08:42:53.251" v="175"/>
          <ac:spMkLst>
            <pc:docMk/>
            <pc:sldMk cId="2747477108" sldId="267"/>
            <ac:spMk id="8" creationId="{FCAA011D-0580-0048-94A7-EFBB36B8A000}"/>
          </ac:spMkLst>
        </pc:spChg>
        <pc:spChg chg="add mod">
          <ac:chgData name="Shaik Asif" userId="4e56536154611e8e" providerId="LiveId" clId="{AD2B533D-2C00-4B78-88B4-D3974744E019}" dt="2026-02-02T08:46:20.475" v="237" actId="255"/>
          <ac:spMkLst>
            <pc:docMk/>
            <pc:sldMk cId="2747477108" sldId="267"/>
            <ac:spMk id="9" creationId="{5D56E469-B5B3-0C8E-7DBD-2530394A7B83}"/>
          </ac:spMkLst>
        </pc:spChg>
      </pc:sldChg>
      <pc:sldChg chg="modSp add mod">
        <pc:chgData name="Shaik Asif" userId="4e56536154611e8e" providerId="LiveId" clId="{AD2B533D-2C00-4B78-88B4-D3974744E019}" dt="2026-02-02T08:46:41.346" v="239" actId="1076"/>
        <pc:sldMkLst>
          <pc:docMk/>
          <pc:sldMk cId="1117750642" sldId="268"/>
        </pc:sldMkLst>
        <pc:spChg chg="mod">
          <ac:chgData name="Shaik Asif" userId="4e56536154611e8e" providerId="LiveId" clId="{AD2B533D-2C00-4B78-88B4-D3974744E019}" dt="2026-02-02T08:45:55.197" v="235" actId="20577"/>
          <ac:spMkLst>
            <pc:docMk/>
            <pc:sldMk cId="1117750642" sldId="268"/>
            <ac:spMk id="2" creationId="{2AB99A39-54FF-D71E-30AE-0A0EDA0CC5D5}"/>
          </ac:spMkLst>
        </pc:spChg>
        <pc:spChg chg="mod">
          <ac:chgData name="Shaik Asif" userId="4e56536154611e8e" providerId="LiveId" clId="{AD2B533D-2C00-4B78-88B4-D3974744E019}" dt="2026-02-02T08:46:41.346" v="239" actId="1076"/>
          <ac:spMkLst>
            <pc:docMk/>
            <pc:sldMk cId="1117750642" sldId="268"/>
            <ac:spMk id="3" creationId="{EFC9F2C6-E46F-7812-0916-E4834314313B}"/>
          </ac:spMkLst>
        </pc:spChg>
      </pc:sldChg>
      <pc:sldChg chg="add del">
        <pc:chgData name="Shaik Asif" userId="4e56536154611e8e" providerId="LiveId" clId="{AD2B533D-2C00-4B78-88B4-D3974744E019}" dt="2026-02-02T09:24:16.844" v="404" actId="47"/>
        <pc:sldMkLst>
          <pc:docMk/>
          <pc:sldMk cId="3859271737" sldId="269"/>
        </pc:sldMkLst>
      </pc:sldChg>
      <pc:sldChg chg="addSp delSp modSp add del mod">
        <pc:chgData name="Shaik Asif" userId="4e56536154611e8e" providerId="LiveId" clId="{AD2B533D-2C00-4B78-88B4-D3974744E019}" dt="2026-02-02T08:48:50.288" v="266" actId="47"/>
        <pc:sldMkLst>
          <pc:docMk/>
          <pc:sldMk cId="323435240" sldId="270"/>
        </pc:sldMkLst>
        <pc:spChg chg="mod">
          <ac:chgData name="Shaik Asif" userId="4e56536154611e8e" providerId="LiveId" clId="{AD2B533D-2C00-4B78-88B4-D3974744E019}" dt="2026-02-02T08:47:32.686" v="261" actId="20577"/>
          <ac:spMkLst>
            <pc:docMk/>
            <pc:sldMk cId="323435240" sldId="270"/>
            <ac:spMk id="2" creationId="{85E4DBF9-DCB2-A41F-AD38-D90869CE0F5E}"/>
          </ac:spMkLst>
        </pc:spChg>
        <pc:picChg chg="add del mod">
          <ac:chgData name="Shaik Asif" userId="4e56536154611e8e" providerId="LiveId" clId="{AD2B533D-2C00-4B78-88B4-D3974744E019}" dt="2026-02-02T08:47:16.633" v="242" actId="478"/>
          <ac:picMkLst>
            <pc:docMk/>
            <pc:sldMk cId="323435240" sldId="270"/>
            <ac:picMk id="6" creationId="{A93E81EC-BEDC-0DF9-8ED6-C761FB705412}"/>
          </ac:picMkLst>
        </pc:picChg>
      </pc:sldChg>
      <pc:sldChg chg="addSp delSp modSp add mod">
        <pc:chgData name="Shaik Asif" userId="4e56536154611e8e" providerId="LiveId" clId="{AD2B533D-2C00-4B78-88B4-D3974744E019}" dt="2026-02-02T10:53:59.743" v="665" actId="14100"/>
        <pc:sldMkLst>
          <pc:docMk/>
          <pc:sldMk cId="4196597781" sldId="270"/>
        </pc:sldMkLst>
        <pc:spChg chg="mod">
          <ac:chgData name="Shaik Asif" userId="4e56536154611e8e" providerId="LiveId" clId="{AD2B533D-2C00-4B78-88B4-D3974744E019}" dt="2026-02-02T08:53:52.686" v="298"/>
          <ac:spMkLst>
            <pc:docMk/>
            <pc:sldMk cId="4196597781" sldId="270"/>
            <ac:spMk id="2" creationId="{4A5D362B-7C88-243D-F6FB-83BEC535DEA5}"/>
          </ac:spMkLst>
        </pc:spChg>
        <pc:spChg chg="del mod">
          <ac:chgData name="Shaik Asif" userId="4e56536154611e8e" providerId="LiveId" clId="{AD2B533D-2C00-4B78-88B4-D3974744E019}" dt="2026-02-02T08:53:39.505" v="291"/>
          <ac:spMkLst>
            <pc:docMk/>
            <pc:sldMk cId="4196597781" sldId="270"/>
            <ac:spMk id="3" creationId="{94DEF36C-FD80-6CF8-7E18-6495B20AB25E}"/>
          </ac:spMkLst>
        </pc:spChg>
        <pc:picChg chg="add mod">
          <ac:chgData name="Shaik Asif" userId="4e56536154611e8e" providerId="LiveId" clId="{AD2B533D-2C00-4B78-88B4-D3974744E019}" dt="2026-02-02T10:53:59.743" v="665" actId="14100"/>
          <ac:picMkLst>
            <pc:docMk/>
            <pc:sldMk cId="4196597781" sldId="270"/>
            <ac:picMk id="6" creationId="{1F9F8F3A-B389-8AE0-9CE2-B7ECB9B8E24D}"/>
          </ac:picMkLst>
        </pc:picChg>
        <pc:picChg chg="add del mod">
          <ac:chgData name="Shaik Asif" userId="4e56536154611e8e" providerId="LiveId" clId="{AD2B533D-2C00-4B78-88B4-D3974744E019}" dt="2026-02-02T08:53:34.552" v="288" actId="478"/>
          <ac:picMkLst>
            <pc:docMk/>
            <pc:sldMk cId="4196597781" sldId="270"/>
            <ac:picMk id="6" creationId="{44CFD9CF-0D22-2C1B-0593-71B7D2799052}"/>
          </ac:picMkLst>
        </pc:picChg>
        <pc:picChg chg="add mod">
          <ac:chgData name="Shaik Asif" userId="4e56536154611e8e" providerId="LiveId" clId="{AD2B533D-2C00-4B78-88B4-D3974744E019}" dt="2026-02-02T10:53:56.711" v="664" actId="1076"/>
          <ac:picMkLst>
            <pc:docMk/>
            <pc:sldMk cId="4196597781" sldId="270"/>
            <ac:picMk id="7" creationId="{77B92552-AB08-E050-CF1B-B6383A0BC458}"/>
          </ac:picMkLst>
        </pc:picChg>
      </pc:sldChg>
      <pc:sldChg chg="addSp delSp modSp add mod">
        <pc:chgData name="Shaik Asif" userId="4e56536154611e8e" providerId="LiveId" clId="{AD2B533D-2C00-4B78-88B4-D3974744E019}" dt="2026-02-02T10:36:28.470" v="627" actId="14100"/>
        <pc:sldMkLst>
          <pc:docMk/>
          <pc:sldMk cId="2648072666" sldId="271"/>
        </pc:sldMkLst>
        <pc:spChg chg="mod">
          <ac:chgData name="Shaik Asif" userId="4e56536154611e8e" providerId="LiveId" clId="{AD2B533D-2C00-4B78-88B4-D3974744E019}" dt="2026-02-02T08:54:27.257" v="312"/>
          <ac:spMkLst>
            <pc:docMk/>
            <pc:sldMk cId="2648072666" sldId="271"/>
            <ac:spMk id="2" creationId="{6A968D2C-EA25-FE52-0281-1947061F9A10}"/>
          </ac:spMkLst>
        </pc:spChg>
        <pc:spChg chg="del mod">
          <ac:chgData name="Shaik Asif" userId="4e56536154611e8e" providerId="LiveId" clId="{AD2B533D-2C00-4B78-88B4-D3974744E019}" dt="2026-02-02T08:54:10.376" v="302"/>
          <ac:spMkLst>
            <pc:docMk/>
            <pc:sldMk cId="2648072666" sldId="271"/>
            <ac:spMk id="3" creationId="{E89A88A8-7530-5096-763E-8C129DF80C0A}"/>
          </ac:spMkLst>
        </pc:spChg>
        <pc:spChg chg="add del mod">
          <ac:chgData name="Shaik Asif" userId="4e56536154611e8e" providerId="LiveId" clId="{AD2B533D-2C00-4B78-88B4-D3974744E019}" dt="2026-02-02T10:35:58.791" v="617" actId="22"/>
          <ac:spMkLst>
            <pc:docMk/>
            <pc:sldMk cId="2648072666" sldId="271"/>
            <ac:spMk id="7" creationId="{555C1872-AFAE-48C0-0124-F5F5E56304D0}"/>
          </ac:spMkLst>
        </pc:spChg>
        <pc:picChg chg="add del mod">
          <ac:chgData name="Shaik Asif" userId="4e56536154611e8e" providerId="LiveId" clId="{AD2B533D-2C00-4B78-88B4-D3974744E019}" dt="2026-02-02T10:35:56.533" v="615" actId="478"/>
          <ac:picMkLst>
            <pc:docMk/>
            <pc:sldMk cId="2648072666" sldId="271"/>
            <ac:picMk id="6" creationId="{2D61ED53-0929-68C4-E866-6A58F98F84A0}"/>
          </ac:picMkLst>
        </pc:picChg>
        <pc:picChg chg="add mod ord">
          <ac:chgData name="Shaik Asif" userId="4e56536154611e8e" providerId="LiveId" clId="{AD2B533D-2C00-4B78-88B4-D3974744E019}" dt="2026-02-02T10:36:01.508" v="618" actId="1076"/>
          <ac:picMkLst>
            <pc:docMk/>
            <pc:sldMk cId="2648072666" sldId="271"/>
            <ac:picMk id="9" creationId="{57BA630C-6F87-3118-840D-E5A84AF98C55}"/>
          </ac:picMkLst>
        </pc:picChg>
        <pc:picChg chg="add mod">
          <ac:chgData name="Shaik Asif" userId="4e56536154611e8e" providerId="LiveId" clId="{AD2B533D-2C00-4B78-88B4-D3974744E019}" dt="2026-02-02T10:36:28.470" v="627" actId="14100"/>
          <ac:picMkLst>
            <pc:docMk/>
            <pc:sldMk cId="2648072666" sldId="271"/>
            <ac:picMk id="11" creationId="{E62EA6B3-C1D6-F9E8-C67C-41AEB9E68488}"/>
          </ac:picMkLst>
        </pc:picChg>
      </pc:sldChg>
      <pc:sldChg chg="addSp delSp modSp add mod">
        <pc:chgData name="Shaik Asif" userId="4e56536154611e8e" providerId="LiveId" clId="{AD2B533D-2C00-4B78-88B4-D3974744E019}" dt="2026-02-02T10:37:30.489" v="639" actId="14100"/>
        <pc:sldMkLst>
          <pc:docMk/>
          <pc:sldMk cId="3251142528" sldId="272"/>
        </pc:sldMkLst>
        <pc:spChg chg="mod">
          <ac:chgData name="Shaik Asif" userId="4e56536154611e8e" providerId="LiveId" clId="{AD2B533D-2C00-4B78-88B4-D3974744E019}" dt="2026-02-02T10:22:58.338" v="575" actId="1076"/>
          <ac:spMkLst>
            <pc:docMk/>
            <pc:sldMk cId="3251142528" sldId="272"/>
            <ac:spMk id="2" creationId="{890A6F0E-4231-65C8-BA1E-03094376E4F2}"/>
          </ac:spMkLst>
        </pc:spChg>
        <pc:spChg chg="del mod">
          <ac:chgData name="Shaik Asif" userId="4e56536154611e8e" providerId="LiveId" clId="{AD2B533D-2C00-4B78-88B4-D3974744E019}" dt="2026-02-02T08:54:40.653" v="316"/>
          <ac:spMkLst>
            <pc:docMk/>
            <pc:sldMk cId="3251142528" sldId="272"/>
            <ac:spMk id="3" creationId="{96A513AA-A156-07BC-3BC0-A47C0C9E980B}"/>
          </ac:spMkLst>
        </pc:spChg>
        <pc:spChg chg="add del mod">
          <ac:chgData name="Shaik Asif" userId="4e56536154611e8e" providerId="LiveId" clId="{AD2B533D-2C00-4B78-88B4-D3974744E019}" dt="2026-02-02T10:36:53.395" v="630" actId="22"/>
          <ac:spMkLst>
            <pc:docMk/>
            <pc:sldMk cId="3251142528" sldId="272"/>
            <ac:spMk id="7" creationId="{F721D1DF-8EBA-F908-87C5-6A1F8DF75DAB}"/>
          </ac:spMkLst>
        </pc:spChg>
        <pc:picChg chg="add del mod">
          <ac:chgData name="Shaik Asif" userId="4e56536154611e8e" providerId="LiveId" clId="{AD2B533D-2C00-4B78-88B4-D3974744E019}" dt="2026-02-02T10:36:50.473" v="628" actId="478"/>
          <ac:picMkLst>
            <pc:docMk/>
            <pc:sldMk cId="3251142528" sldId="272"/>
            <ac:picMk id="6" creationId="{3057F544-444E-CD50-152D-64D5411A9FE3}"/>
          </ac:picMkLst>
        </pc:picChg>
        <pc:picChg chg="add mod ord">
          <ac:chgData name="Shaik Asif" userId="4e56536154611e8e" providerId="LiveId" clId="{AD2B533D-2C00-4B78-88B4-D3974744E019}" dt="2026-02-02T10:37:02.601" v="632" actId="1076"/>
          <ac:picMkLst>
            <pc:docMk/>
            <pc:sldMk cId="3251142528" sldId="272"/>
            <ac:picMk id="9" creationId="{EB2BAC7F-533C-0803-195E-FFF6EDB8CFDF}"/>
          </ac:picMkLst>
        </pc:picChg>
        <pc:picChg chg="add mod">
          <ac:chgData name="Shaik Asif" userId="4e56536154611e8e" providerId="LiveId" clId="{AD2B533D-2C00-4B78-88B4-D3974744E019}" dt="2026-02-02T10:37:30.489" v="639" actId="14100"/>
          <ac:picMkLst>
            <pc:docMk/>
            <pc:sldMk cId="3251142528" sldId="272"/>
            <ac:picMk id="11" creationId="{B07BB5C6-2C66-7442-131C-8F13B1307E9F}"/>
          </ac:picMkLst>
        </pc:picChg>
      </pc:sldChg>
      <pc:sldChg chg="modSp add del mod ord">
        <pc:chgData name="Shaik Asif" userId="4e56536154611e8e" providerId="LiveId" clId="{AD2B533D-2C00-4B78-88B4-D3974744E019}" dt="2026-02-02T09:24:41.690" v="407" actId="47"/>
        <pc:sldMkLst>
          <pc:docMk/>
          <pc:sldMk cId="815021754" sldId="273"/>
        </pc:sldMkLst>
        <pc:spChg chg="mod">
          <ac:chgData name="Shaik Asif" userId="4e56536154611e8e" providerId="LiveId" clId="{AD2B533D-2C00-4B78-88B4-D3974744E019}" dt="2026-02-02T09:19:06.783" v="344"/>
          <ac:spMkLst>
            <pc:docMk/>
            <pc:sldMk cId="815021754" sldId="273"/>
            <ac:spMk id="2" creationId="{B88461AB-48A8-4427-8D14-174F90FB88C3}"/>
          </ac:spMkLst>
        </pc:spChg>
        <pc:spChg chg="mod">
          <ac:chgData name="Shaik Asif" userId="4e56536154611e8e" providerId="LiveId" clId="{AD2B533D-2C00-4B78-88B4-D3974744E019}" dt="2026-02-02T09:19:34.228" v="347" actId="20577"/>
          <ac:spMkLst>
            <pc:docMk/>
            <pc:sldMk cId="815021754" sldId="273"/>
            <ac:spMk id="3" creationId="{67302AB7-0ACA-3221-E8CD-58C437518DD5}"/>
          </ac:spMkLst>
        </pc:spChg>
      </pc:sldChg>
      <pc:sldChg chg="addSp modSp new mod ord">
        <pc:chgData name="Shaik Asif" userId="4e56536154611e8e" providerId="LiveId" clId="{AD2B533D-2C00-4B78-88B4-D3974744E019}" dt="2026-02-02T09:51:43.740" v="562"/>
        <pc:sldMkLst>
          <pc:docMk/>
          <pc:sldMk cId="2812024090" sldId="274"/>
        </pc:sldMkLst>
        <pc:spChg chg="mod">
          <ac:chgData name="Shaik Asif" userId="4e56536154611e8e" providerId="LiveId" clId="{AD2B533D-2C00-4B78-88B4-D3974744E019}" dt="2026-02-02T09:20:06.418" v="353" actId="255"/>
          <ac:spMkLst>
            <pc:docMk/>
            <pc:sldMk cId="2812024090" sldId="274"/>
            <ac:spMk id="2" creationId="{19318926-ADC5-9F41-CC64-C33DB30441CB}"/>
          </ac:spMkLst>
        </pc:spChg>
        <pc:spChg chg="mod">
          <ac:chgData name="Shaik Asif" userId="4e56536154611e8e" providerId="LiveId" clId="{AD2B533D-2C00-4B78-88B4-D3974744E019}" dt="2026-02-02T09:24:32.865" v="406" actId="14100"/>
          <ac:spMkLst>
            <pc:docMk/>
            <pc:sldMk cId="2812024090" sldId="274"/>
            <ac:spMk id="3" creationId="{ADA61C7A-684A-BDE5-FBF2-A62F171529AB}"/>
          </ac:spMkLst>
        </pc:spChg>
        <pc:spChg chg="mod">
          <ac:chgData name="Shaik Asif" userId="4e56536154611e8e" providerId="LiveId" clId="{AD2B533D-2C00-4B78-88B4-D3974744E019}" dt="2026-02-02T09:22:38.731" v="403" actId="1076"/>
          <ac:spMkLst>
            <pc:docMk/>
            <pc:sldMk cId="2812024090" sldId="274"/>
            <ac:spMk id="4" creationId="{2754E1A4-E0F2-C0DA-76A6-AEB23FB2DF08}"/>
          </ac:spMkLst>
        </pc:spChg>
        <pc:picChg chg="add mod">
          <ac:chgData name="Shaik Asif" userId="4e56536154611e8e" providerId="LiveId" clId="{AD2B533D-2C00-4B78-88B4-D3974744E019}" dt="2026-02-02T09:20:11.413" v="354"/>
          <ac:picMkLst>
            <pc:docMk/>
            <pc:sldMk cId="2812024090" sldId="274"/>
            <ac:picMk id="5" creationId="{90691BC5-1AE6-9936-4314-2DD9A5D5E1C2}"/>
          </ac:picMkLst>
        </pc:picChg>
        <pc:picChg chg="add mod">
          <ac:chgData name="Shaik Asif" userId="4e56536154611e8e" providerId="LiveId" clId="{AD2B533D-2C00-4B78-88B4-D3974744E019}" dt="2026-02-02T09:20:16.597" v="355"/>
          <ac:picMkLst>
            <pc:docMk/>
            <pc:sldMk cId="2812024090" sldId="274"/>
            <ac:picMk id="6" creationId="{C2A18250-CA1A-574D-1966-68053899B5E7}"/>
          </ac:picMkLst>
        </pc:picChg>
      </pc:sldChg>
      <pc:sldChg chg="new del">
        <pc:chgData name="Shaik Asif" userId="4e56536154611e8e" providerId="LiveId" clId="{AD2B533D-2C00-4B78-88B4-D3974744E019}" dt="2026-02-02T09:19:39.057" v="349" actId="47"/>
        <pc:sldMkLst>
          <pc:docMk/>
          <pc:sldMk cId="3616251872" sldId="274"/>
        </pc:sldMkLst>
      </pc:sldChg>
      <pc:sldChg chg="addSp delSp modSp add mod">
        <pc:chgData name="Shaik Asif" userId="4e56536154611e8e" providerId="LiveId" clId="{AD2B533D-2C00-4B78-88B4-D3974744E019}" dt="2026-02-03T04:12:30.776" v="668" actId="14826"/>
        <pc:sldMkLst>
          <pc:docMk/>
          <pc:sldMk cId="3056899986" sldId="275"/>
        </pc:sldMkLst>
        <pc:spChg chg="mod">
          <ac:chgData name="Shaik Asif" userId="4e56536154611e8e" providerId="LiveId" clId="{AD2B533D-2C00-4B78-88B4-D3974744E019}" dt="2026-02-02T09:40:42.868" v="449"/>
          <ac:spMkLst>
            <pc:docMk/>
            <pc:sldMk cId="3056899986" sldId="275"/>
            <ac:spMk id="2" creationId="{58A5425C-F38C-48FE-7A60-356E6C7307A6}"/>
          </ac:spMkLst>
        </pc:spChg>
        <pc:spChg chg="add del mod">
          <ac:chgData name="Shaik Asif" userId="4e56536154611e8e" providerId="LiveId" clId="{AD2B533D-2C00-4B78-88B4-D3974744E019}" dt="2026-02-02T09:40:59.102" v="453"/>
          <ac:spMkLst>
            <pc:docMk/>
            <pc:sldMk cId="3056899986" sldId="275"/>
            <ac:spMk id="3" creationId="{DE89DAEC-6EFA-0FD9-F08D-5268936DF53F}"/>
          </ac:spMkLst>
        </pc:spChg>
        <pc:spChg chg="del mod">
          <ac:chgData name="Shaik Asif" userId="4e56536154611e8e" providerId="LiveId" clId="{AD2B533D-2C00-4B78-88B4-D3974744E019}" dt="2026-02-02T09:40:53.431" v="451"/>
          <ac:spMkLst>
            <pc:docMk/>
            <pc:sldMk cId="3056899986" sldId="275"/>
            <ac:spMk id="6" creationId="{43A0993C-FBE6-F61F-89DB-F8012809BC0A}"/>
          </ac:spMkLst>
        </pc:spChg>
        <pc:spChg chg="add del mod">
          <ac:chgData name="Shaik Asif" userId="4e56536154611e8e" providerId="LiveId" clId="{AD2B533D-2C00-4B78-88B4-D3974744E019}" dt="2026-02-02T09:41:04.114" v="454"/>
          <ac:spMkLst>
            <pc:docMk/>
            <pc:sldMk cId="3056899986" sldId="275"/>
            <ac:spMk id="7" creationId="{41D3F7C7-5ECD-B796-2778-1E3F46FB1926}"/>
          </ac:spMkLst>
        </pc:spChg>
        <pc:spChg chg="add del mod">
          <ac:chgData name="Shaik Asif" userId="4e56536154611e8e" providerId="LiveId" clId="{AD2B533D-2C00-4B78-88B4-D3974744E019}" dt="2026-02-02T09:41:26.167" v="455"/>
          <ac:spMkLst>
            <pc:docMk/>
            <pc:sldMk cId="3056899986" sldId="275"/>
            <ac:spMk id="8" creationId="{C68A32EE-7FAB-546A-3093-758D62711C66}"/>
          </ac:spMkLst>
        </pc:spChg>
        <pc:picChg chg="add mod">
          <ac:chgData name="Shaik Asif" userId="4e56536154611e8e" providerId="LiveId" clId="{AD2B533D-2C00-4B78-88B4-D3974744E019}" dt="2026-02-03T04:12:30.776" v="668" actId="14826"/>
          <ac:picMkLst>
            <pc:docMk/>
            <pc:sldMk cId="3056899986" sldId="275"/>
            <ac:picMk id="10" creationId="{DC79EA27-2CF1-E8DD-C1DF-C85CB58E6A99}"/>
          </ac:picMkLst>
        </pc:picChg>
      </pc:sldChg>
      <pc:sldChg chg="addSp delSp modSp add mod ord">
        <pc:chgData name="Shaik Asif" userId="4e56536154611e8e" providerId="LiveId" clId="{AD2B533D-2C00-4B78-88B4-D3974744E019}" dt="2026-02-03T03:34:56.597" v="667"/>
        <pc:sldMkLst>
          <pc:docMk/>
          <pc:sldMk cId="1852044840" sldId="276"/>
        </pc:sldMkLst>
        <pc:spChg chg="mod">
          <ac:chgData name="Shaik Asif" userId="4e56536154611e8e" providerId="LiveId" clId="{AD2B533D-2C00-4B78-88B4-D3974744E019}" dt="2026-02-02T09:45:01.332" v="515"/>
          <ac:spMkLst>
            <pc:docMk/>
            <pc:sldMk cId="1852044840" sldId="276"/>
            <ac:spMk id="2" creationId="{4D92CF99-5450-6058-D6C2-E327B0A99186}"/>
          </ac:spMkLst>
        </pc:spChg>
        <pc:spChg chg="add">
          <ac:chgData name="Shaik Asif" userId="4e56536154611e8e" providerId="LiveId" clId="{AD2B533D-2C00-4B78-88B4-D3974744E019}" dt="2026-02-02T09:43:50.673" v="482"/>
          <ac:spMkLst>
            <pc:docMk/>
            <pc:sldMk cId="1852044840" sldId="276"/>
            <ac:spMk id="3" creationId="{B1F723E3-0ED2-77EF-21D6-A6CA98BE9E1C}"/>
          </ac:spMkLst>
        </pc:spChg>
        <pc:spChg chg="del mod">
          <ac:chgData name="Shaik Asif" userId="4e56536154611e8e" providerId="LiveId" clId="{AD2B533D-2C00-4B78-88B4-D3974744E019}" dt="2026-02-02T09:44:02.568" v="484"/>
          <ac:spMkLst>
            <pc:docMk/>
            <pc:sldMk cId="1852044840" sldId="276"/>
            <ac:spMk id="6" creationId="{4C9DA624-F501-0000-7F8A-CE834C78882A}"/>
          </ac:spMkLst>
        </pc:spChg>
        <pc:spChg chg="add mod">
          <ac:chgData name="Shaik Asif" userId="4e56536154611e8e" providerId="LiveId" clId="{AD2B533D-2C00-4B78-88B4-D3974744E019}" dt="2026-02-02T09:44:32.160" v="495" actId="20577"/>
          <ac:spMkLst>
            <pc:docMk/>
            <pc:sldMk cId="1852044840" sldId="276"/>
            <ac:spMk id="7" creationId="{A6E9CDA6-8B21-E0B9-CBAF-EEE217F8F2B1}"/>
          </ac:spMkLst>
        </pc:spChg>
      </pc:sldChg>
      <pc:sldChg chg="addSp delSp modSp add mod ord">
        <pc:chgData name="Shaik Asif" userId="4e56536154611e8e" providerId="LiveId" clId="{AD2B533D-2C00-4B78-88B4-D3974744E019}" dt="2026-02-02T09:45:58.881" v="531"/>
        <pc:sldMkLst>
          <pc:docMk/>
          <pc:sldMk cId="365528865" sldId="277"/>
        </pc:sldMkLst>
        <pc:spChg chg="add">
          <ac:chgData name="Shaik Asif" userId="4e56536154611e8e" providerId="LiveId" clId="{AD2B533D-2C00-4B78-88B4-D3974744E019}" dt="2026-02-02T09:45:26.396" v="516"/>
          <ac:spMkLst>
            <pc:docMk/>
            <pc:sldMk cId="365528865" sldId="277"/>
            <ac:spMk id="3" creationId="{36BEF91B-3320-504B-FF02-B96307CB20B4}"/>
          </ac:spMkLst>
        </pc:spChg>
        <pc:spChg chg="add mod">
          <ac:chgData name="Shaik Asif" userId="4e56536154611e8e" providerId="LiveId" clId="{AD2B533D-2C00-4B78-88B4-D3974744E019}" dt="2026-02-02T09:45:52.453" v="529" actId="20577"/>
          <ac:spMkLst>
            <pc:docMk/>
            <pc:sldMk cId="365528865" sldId="277"/>
            <ac:spMk id="6" creationId="{1166C96F-2851-D2E4-B2A4-AC074719C4F9}"/>
          </ac:spMkLst>
        </pc:spChg>
        <pc:spChg chg="del mod">
          <ac:chgData name="Shaik Asif" userId="4e56536154611e8e" providerId="LiveId" clId="{AD2B533D-2C00-4B78-88B4-D3974744E019}" dt="2026-02-02T09:45:30.145" v="519"/>
          <ac:spMkLst>
            <pc:docMk/>
            <pc:sldMk cId="365528865" sldId="277"/>
            <ac:spMk id="7" creationId="{92D6E824-E346-8312-8175-F8367E876DBB}"/>
          </ac:spMkLst>
        </pc:spChg>
      </pc:sldChg>
      <pc:sldChg chg="modSp add mod ord">
        <pc:chgData name="Shaik Asif" userId="4e56536154611e8e" providerId="LiveId" clId="{AD2B533D-2C00-4B78-88B4-D3974744E019}" dt="2026-02-02T09:47:18.262" v="554" actId="2711"/>
        <pc:sldMkLst>
          <pc:docMk/>
          <pc:sldMk cId="90593553" sldId="278"/>
        </pc:sldMkLst>
        <pc:spChg chg="mod">
          <ac:chgData name="Shaik Asif" userId="4e56536154611e8e" providerId="LiveId" clId="{AD2B533D-2C00-4B78-88B4-D3974744E019}" dt="2026-02-02T09:47:09.826" v="552" actId="20577"/>
          <ac:spMkLst>
            <pc:docMk/>
            <pc:sldMk cId="90593553" sldId="278"/>
            <ac:spMk id="2" creationId="{5BB27EF6-F648-4AB9-1C20-66BA97CDF9D0}"/>
          </ac:spMkLst>
        </pc:spChg>
        <pc:spChg chg="mod">
          <ac:chgData name="Shaik Asif" userId="4e56536154611e8e" providerId="LiveId" clId="{AD2B533D-2C00-4B78-88B4-D3974744E019}" dt="2026-02-02T09:47:18.262" v="554" actId="2711"/>
          <ac:spMkLst>
            <pc:docMk/>
            <pc:sldMk cId="90593553" sldId="278"/>
            <ac:spMk id="6" creationId="{CC2CA3E9-6AA2-E854-55CB-93E2B626840C}"/>
          </ac:spMkLst>
        </pc:spChg>
      </pc:sldChg>
      <pc:sldChg chg="new del">
        <pc:chgData name="Shaik Asif" userId="4e56536154611e8e" providerId="LiveId" clId="{AD2B533D-2C00-4B78-88B4-D3974744E019}" dt="2026-02-03T05:30:08.200" v="670" actId="47"/>
        <pc:sldMkLst>
          <pc:docMk/>
          <pc:sldMk cId="3220896974" sldId="279"/>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112B22-7F0F-9DAE-2539-CC5EB191C40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782EA58-F3C8-15ED-004E-301ADC8605C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6A58ADA6-51B7-0A6D-BBB4-9C71E1609E73}"/>
              </a:ext>
            </a:extLst>
          </p:cNvPr>
          <p:cNvSpPr>
            <a:spLocks noGrp="1"/>
          </p:cNvSpPr>
          <p:nvPr>
            <p:ph type="dt" sz="half" idx="10"/>
          </p:nvPr>
        </p:nvSpPr>
        <p:spPr/>
        <p:txBody>
          <a:bodyPr/>
          <a:lstStyle/>
          <a:p>
            <a:fld id="{EF67E6E3-947A-4566-A872-DF51DD976ED4}" type="datetimeFigureOut">
              <a:rPr lang="en-IN" smtClean="0"/>
              <a:t>03-02-2026</a:t>
            </a:fld>
            <a:endParaRPr lang="en-IN"/>
          </a:p>
        </p:txBody>
      </p:sp>
      <p:sp>
        <p:nvSpPr>
          <p:cNvPr id="5" name="Footer Placeholder 4">
            <a:extLst>
              <a:ext uri="{FF2B5EF4-FFF2-40B4-BE49-F238E27FC236}">
                <a16:creationId xmlns:a16="http://schemas.microsoft.com/office/drawing/2014/main" id="{F46DB6DA-5E1D-34EA-7498-CEDA690C246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05D242F-AAAA-549B-BB4D-DD363B3CC482}"/>
              </a:ext>
            </a:extLst>
          </p:cNvPr>
          <p:cNvSpPr>
            <a:spLocks noGrp="1"/>
          </p:cNvSpPr>
          <p:nvPr>
            <p:ph type="sldNum" sz="quarter" idx="12"/>
          </p:nvPr>
        </p:nvSpPr>
        <p:spPr/>
        <p:txBody>
          <a:bodyPr/>
          <a:lstStyle/>
          <a:p>
            <a:fld id="{5512A642-E1D3-4149-B173-FB076A759840}" type="slidenum">
              <a:rPr lang="en-IN" smtClean="0"/>
              <a:t>‹#›</a:t>
            </a:fld>
            <a:endParaRPr lang="en-IN"/>
          </a:p>
        </p:txBody>
      </p:sp>
    </p:spTree>
    <p:extLst>
      <p:ext uri="{BB962C8B-B14F-4D97-AF65-F5344CB8AC3E}">
        <p14:creationId xmlns:p14="http://schemas.microsoft.com/office/powerpoint/2010/main" val="17551019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5790D8-3B7F-D488-9D2F-4457A2D30EB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5AEDCF0-527A-D4D6-5CE1-E2A84690629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85D934E-1FB6-33E1-B08D-DEC5F2971464}"/>
              </a:ext>
            </a:extLst>
          </p:cNvPr>
          <p:cNvSpPr>
            <a:spLocks noGrp="1"/>
          </p:cNvSpPr>
          <p:nvPr>
            <p:ph type="dt" sz="half" idx="10"/>
          </p:nvPr>
        </p:nvSpPr>
        <p:spPr/>
        <p:txBody>
          <a:bodyPr/>
          <a:lstStyle/>
          <a:p>
            <a:fld id="{EF67E6E3-947A-4566-A872-DF51DD976ED4}" type="datetimeFigureOut">
              <a:rPr lang="en-IN" smtClean="0"/>
              <a:t>03-02-2026</a:t>
            </a:fld>
            <a:endParaRPr lang="en-IN"/>
          </a:p>
        </p:txBody>
      </p:sp>
      <p:sp>
        <p:nvSpPr>
          <p:cNvPr id="5" name="Footer Placeholder 4">
            <a:extLst>
              <a:ext uri="{FF2B5EF4-FFF2-40B4-BE49-F238E27FC236}">
                <a16:creationId xmlns:a16="http://schemas.microsoft.com/office/drawing/2014/main" id="{A0A3E7A6-E988-6B6F-5D3F-6B3B348EB4F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7F02401-77C9-65B8-B4B1-CC93D684A045}"/>
              </a:ext>
            </a:extLst>
          </p:cNvPr>
          <p:cNvSpPr>
            <a:spLocks noGrp="1"/>
          </p:cNvSpPr>
          <p:nvPr>
            <p:ph type="sldNum" sz="quarter" idx="12"/>
          </p:nvPr>
        </p:nvSpPr>
        <p:spPr/>
        <p:txBody>
          <a:bodyPr/>
          <a:lstStyle/>
          <a:p>
            <a:fld id="{5512A642-E1D3-4149-B173-FB076A759840}" type="slidenum">
              <a:rPr lang="en-IN" smtClean="0"/>
              <a:t>‹#›</a:t>
            </a:fld>
            <a:endParaRPr lang="en-IN"/>
          </a:p>
        </p:txBody>
      </p:sp>
    </p:spTree>
    <p:extLst>
      <p:ext uri="{BB962C8B-B14F-4D97-AF65-F5344CB8AC3E}">
        <p14:creationId xmlns:p14="http://schemas.microsoft.com/office/powerpoint/2010/main" val="32899015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CB46B4-8463-A609-EBA5-D859AE8F9CC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35CF11AB-9F33-8CB0-A417-67ED16E9C13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A44CD45-DA0F-D40C-4462-9CE88ACA4F9B}"/>
              </a:ext>
            </a:extLst>
          </p:cNvPr>
          <p:cNvSpPr>
            <a:spLocks noGrp="1"/>
          </p:cNvSpPr>
          <p:nvPr>
            <p:ph type="dt" sz="half" idx="10"/>
          </p:nvPr>
        </p:nvSpPr>
        <p:spPr/>
        <p:txBody>
          <a:bodyPr/>
          <a:lstStyle/>
          <a:p>
            <a:fld id="{EF67E6E3-947A-4566-A872-DF51DD976ED4}" type="datetimeFigureOut">
              <a:rPr lang="en-IN" smtClean="0"/>
              <a:t>03-02-2026</a:t>
            </a:fld>
            <a:endParaRPr lang="en-IN"/>
          </a:p>
        </p:txBody>
      </p:sp>
      <p:sp>
        <p:nvSpPr>
          <p:cNvPr id="5" name="Footer Placeholder 4">
            <a:extLst>
              <a:ext uri="{FF2B5EF4-FFF2-40B4-BE49-F238E27FC236}">
                <a16:creationId xmlns:a16="http://schemas.microsoft.com/office/drawing/2014/main" id="{8A1E6D01-053B-8E8C-4F82-9ABD5E62719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59E6688-8AAF-1B77-3BB4-EF107713DDFA}"/>
              </a:ext>
            </a:extLst>
          </p:cNvPr>
          <p:cNvSpPr>
            <a:spLocks noGrp="1"/>
          </p:cNvSpPr>
          <p:nvPr>
            <p:ph type="sldNum" sz="quarter" idx="12"/>
          </p:nvPr>
        </p:nvSpPr>
        <p:spPr/>
        <p:txBody>
          <a:bodyPr/>
          <a:lstStyle/>
          <a:p>
            <a:fld id="{5512A642-E1D3-4149-B173-FB076A759840}" type="slidenum">
              <a:rPr lang="en-IN" smtClean="0"/>
              <a:t>‹#›</a:t>
            </a:fld>
            <a:endParaRPr lang="en-IN"/>
          </a:p>
        </p:txBody>
      </p:sp>
    </p:spTree>
    <p:extLst>
      <p:ext uri="{BB962C8B-B14F-4D97-AF65-F5344CB8AC3E}">
        <p14:creationId xmlns:p14="http://schemas.microsoft.com/office/powerpoint/2010/main" val="1142516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D10E8F-532B-3366-080F-9D6DEC45A14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AD8EB89-A4DE-7390-08B6-A81236E18C6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4407EA08-BC9B-1D7A-0699-B05C8F01485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FDC216EA-9BB8-D9C9-0AA3-DEB8189106A3}"/>
              </a:ext>
            </a:extLst>
          </p:cNvPr>
          <p:cNvSpPr>
            <a:spLocks noGrp="1"/>
          </p:cNvSpPr>
          <p:nvPr>
            <p:ph type="dt" sz="half" idx="10"/>
          </p:nvPr>
        </p:nvSpPr>
        <p:spPr/>
        <p:txBody>
          <a:bodyPr/>
          <a:lstStyle/>
          <a:p>
            <a:fld id="{EF67E6E3-947A-4566-A872-DF51DD976ED4}" type="datetimeFigureOut">
              <a:rPr lang="en-IN" smtClean="0"/>
              <a:t>03-02-2026</a:t>
            </a:fld>
            <a:endParaRPr lang="en-IN"/>
          </a:p>
        </p:txBody>
      </p:sp>
      <p:sp>
        <p:nvSpPr>
          <p:cNvPr id="6" name="Footer Placeholder 5">
            <a:extLst>
              <a:ext uri="{FF2B5EF4-FFF2-40B4-BE49-F238E27FC236}">
                <a16:creationId xmlns:a16="http://schemas.microsoft.com/office/drawing/2014/main" id="{70319816-92EF-7A5F-3CC7-7D1B5E39D4E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7AAC9FF-B047-07FE-3AB7-2A5F3C16CC39}"/>
              </a:ext>
            </a:extLst>
          </p:cNvPr>
          <p:cNvSpPr>
            <a:spLocks noGrp="1"/>
          </p:cNvSpPr>
          <p:nvPr>
            <p:ph type="sldNum" sz="quarter" idx="12"/>
          </p:nvPr>
        </p:nvSpPr>
        <p:spPr/>
        <p:txBody>
          <a:bodyPr/>
          <a:lstStyle/>
          <a:p>
            <a:fld id="{5512A642-E1D3-4149-B173-FB076A759840}" type="slidenum">
              <a:rPr lang="en-IN" smtClean="0"/>
              <a:t>‹#›</a:t>
            </a:fld>
            <a:endParaRPr lang="en-IN"/>
          </a:p>
        </p:txBody>
      </p:sp>
    </p:spTree>
    <p:extLst>
      <p:ext uri="{BB962C8B-B14F-4D97-AF65-F5344CB8AC3E}">
        <p14:creationId xmlns:p14="http://schemas.microsoft.com/office/powerpoint/2010/main" val="19249044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7CA673-732F-8D3B-8370-ACED1A16D5E3}"/>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EAD578C-AA41-1B8E-8647-4D17EEA2023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A8F249B-B295-2502-3FDC-26C4818A25C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E3EED22C-AE79-69E2-D80D-7056083678B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DD7D680-DBCB-0CD7-EFE9-5B00B2AB9A2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752D5EA0-AD4B-AC94-962B-7B611D8DE925}"/>
              </a:ext>
            </a:extLst>
          </p:cNvPr>
          <p:cNvSpPr>
            <a:spLocks noGrp="1"/>
          </p:cNvSpPr>
          <p:nvPr>
            <p:ph type="dt" sz="half" idx="10"/>
          </p:nvPr>
        </p:nvSpPr>
        <p:spPr/>
        <p:txBody>
          <a:bodyPr/>
          <a:lstStyle/>
          <a:p>
            <a:fld id="{EF67E6E3-947A-4566-A872-DF51DD976ED4}" type="datetimeFigureOut">
              <a:rPr lang="en-IN" smtClean="0"/>
              <a:t>03-02-2026</a:t>
            </a:fld>
            <a:endParaRPr lang="en-IN"/>
          </a:p>
        </p:txBody>
      </p:sp>
      <p:sp>
        <p:nvSpPr>
          <p:cNvPr id="8" name="Footer Placeholder 7">
            <a:extLst>
              <a:ext uri="{FF2B5EF4-FFF2-40B4-BE49-F238E27FC236}">
                <a16:creationId xmlns:a16="http://schemas.microsoft.com/office/drawing/2014/main" id="{D9B0E356-E63B-DE81-C224-2C1B56DDEAFC}"/>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47205F0-5E8A-33CC-F981-8C8B2125C9CB}"/>
              </a:ext>
            </a:extLst>
          </p:cNvPr>
          <p:cNvSpPr>
            <a:spLocks noGrp="1"/>
          </p:cNvSpPr>
          <p:nvPr>
            <p:ph type="sldNum" sz="quarter" idx="12"/>
          </p:nvPr>
        </p:nvSpPr>
        <p:spPr/>
        <p:txBody>
          <a:bodyPr/>
          <a:lstStyle/>
          <a:p>
            <a:fld id="{5512A642-E1D3-4149-B173-FB076A759840}" type="slidenum">
              <a:rPr lang="en-IN" smtClean="0"/>
              <a:t>‹#›</a:t>
            </a:fld>
            <a:endParaRPr lang="en-IN"/>
          </a:p>
        </p:txBody>
      </p:sp>
    </p:spTree>
    <p:extLst>
      <p:ext uri="{BB962C8B-B14F-4D97-AF65-F5344CB8AC3E}">
        <p14:creationId xmlns:p14="http://schemas.microsoft.com/office/powerpoint/2010/main" val="14961642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40B6D3-D8B0-DDB8-3C52-692001035E5A}"/>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24108D08-0225-52FE-C4AC-D8369278BD36}"/>
              </a:ext>
            </a:extLst>
          </p:cNvPr>
          <p:cNvSpPr>
            <a:spLocks noGrp="1"/>
          </p:cNvSpPr>
          <p:nvPr>
            <p:ph type="dt" sz="half" idx="10"/>
          </p:nvPr>
        </p:nvSpPr>
        <p:spPr/>
        <p:txBody>
          <a:bodyPr/>
          <a:lstStyle/>
          <a:p>
            <a:fld id="{EF67E6E3-947A-4566-A872-DF51DD976ED4}" type="datetimeFigureOut">
              <a:rPr lang="en-IN" smtClean="0"/>
              <a:t>03-02-2026</a:t>
            </a:fld>
            <a:endParaRPr lang="en-IN"/>
          </a:p>
        </p:txBody>
      </p:sp>
      <p:sp>
        <p:nvSpPr>
          <p:cNvPr id="4" name="Footer Placeholder 3">
            <a:extLst>
              <a:ext uri="{FF2B5EF4-FFF2-40B4-BE49-F238E27FC236}">
                <a16:creationId xmlns:a16="http://schemas.microsoft.com/office/drawing/2014/main" id="{6208DA9D-7F12-01AB-6696-0389A7773609}"/>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213FE0EC-3743-6A1E-D35D-4F03FF5A0BAC}"/>
              </a:ext>
            </a:extLst>
          </p:cNvPr>
          <p:cNvSpPr>
            <a:spLocks noGrp="1"/>
          </p:cNvSpPr>
          <p:nvPr>
            <p:ph type="sldNum" sz="quarter" idx="12"/>
          </p:nvPr>
        </p:nvSpPr>
        <p:spPr/>
        <p:txBody>
          <a:bodyPr/>
          <a:lstStyle/>
          <a:p>
            <a:fld id="{5512A642-E1D3-4149-B173-FB076A759840}" type="slidenum">
              <a:rPr lang="en-IN" smtClean="0"/>
              <a:t>‹#›</a:t>
            </a:fld>
            <a:endParaRPr lang="en-IN"/>
          </a:p>
        </p:txBody>
      </p:sp>
    </p:spTree>
    <p:extLst>
      <p:ext uri="{BB962C8B-B14F-4D97-AF65-F5344CB8AC3E}">
        <p14:creationId xmlns:p14="http://schemas.microsoft.com/office/powerpoint/2010/main" val="20437268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E520EFB-AD4C-6900-7DD7-7AAFDD3A7260}"/>
              </a:ext>
            </a:extLst>
          </p:cNvPr>
          <p:cNvSpPr>
            <a:spLocks noGrp="1"/>
          </p:cNvSpPr>
          <p:nvPr>
            <p:ph type="dt" sz="half" idx="10"/>
          </p:nvPr>
        </p:nvSpPr>
        <p:spPr/>
        <p:txBody>
          <a:bodyPr/>
          <a:lstStyle/>
          <a:p>
            <a:fld id="{EF67E6E3-947A-4566-A872-DF51DD976ED4}" type="datetimeFigureOut">
              <a:rPr lang="en-IN" smtClean="0"/>
              <a:t>03-02-2026</a:t>
            </a:fld>
            <a:endParaRPr lang="en-IN"/>
          </a:p>
        </p:txBody>
      </p:sp>
      <p:sp>
        <p:nvSpPr>
          <p:cNvPr id="3" name="Footer Placeholder 2">
            <a:extLst>
              <a:ext uri="{FF2B5EF4-FFF2-40B4-BE49-F238E27FC236}">
                <a16:creationId xmlns:a16="http://schemas.microsoft.com/office/drawing/2014/main" id="{068345AD-915A-ECEA-41E5-70DA9489640B}"/>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9F607D8E-C216-C198-0D48-1E4036A90E62}"/>
              </a:ext>
            </a:extLst>
          </p:cNvPr>
          <p:cNvSpPr>
            <a:spLocks noGrp="1"/>
          </p:cNvSpPr>
          <p:nvPr>
            <p:ph type="sldNum" sz="quarter" idx="12"/>
          </p:nvPr>
        </p:nvSpPr>
        <p:spPr/>
        <p:txBody>
          <a:bodyPr/>
          <a:lstStyle/>
          <a:p>
            <a:fld id="{5512A642-E1D3-4149-B173-FB076A759840}" type="slidenum">
              <a:rPr lang="en-IN" smtClean="0"/>
              <a:t>‹#›</a:t>
            </a:fld>
            <a:endParaRPr lang="en-IN"/>
          </a:p>
        </p:txBody>
      </p:sp>
    </p:spTree>
    <p:extLst>
      <p:ext uri="{BB962C8B-B14F-4D97-AF65-F5344CB8AC3E}">
        <p14:creationId xmlns:p14="http://schemas.microsoft.com/office/powerpoint/2010/main" val="26556697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EA00AA-D3D0-05BD-B489-7079A3C7DAA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77946ECC-9ACC-570C-4BA2-4B8DFB1891B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20DF6FD2-0C52-27CB-950D-C3B4E43F820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E77D572-76FB-B11A-16D2-BB1201E4E73B}"/>
              </a:ext>
            </a:extLst>
          </p:cNvPr>
          <p:cNvSpPr>
            <a:spLocks noGrp="1"/>
          </p:cNvSpPr>
          <p:nvPr>
            <p:ph type="dt" sz="half" idx="10"/>
          </p:nvPr>
        </p:nvSpPr>
        <p:spPr/>
        <p:txBody>
          <a:bodyPr/>
          <a:lstStyle/>
          <a:p>
            <a:fld id="{EF67E6E3-947A-4566-A872-DF51DD976ED4}" type="datetimeFigureOut">
              <a:rPr lang="en-IN" smtClean="0"/>
              <a:t>03-02-2026</a:t>
            </a:fld>
            <a:endParaRPr lang="en-IN"/>
          </a:p>
        </p:txBody>
      </p:sp>
      <p:sp>
        <p:nvSpPr>
          <p:cNvPr id="6" name="Footer Placeholder 5">
            <a:extLst>
              <a:ext uri="{FF2B5EF4-FFF2-40B4-BE49-F238E27FC236}">
                <a16:creationId xmlns:a16="http://schemas.microsoft.com/office/drawing/2014/main" id="{E2F2E5E2-FC80-5B6D-5EC5-065CEA99558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8232143-4DEC-1E37-EE25-772638907903}"/>
              </a:ext>
            </a:extLst>
          </p:cNvPr>
          <p:cNvSpPr>
            <a:spLocks noGrp="1"/>
          </p:cNvSpPr>
          <p:nvPr>
            <p:ph type="sldNum" sz="quarter" idx="12"/>
          </p:nvPr>
        </p:nvSpPr>
        <p:spPr/>
        <p:txBody>
          <a:bodyPr/>
          <a:lstStyle/>
          <a:p>
            <a:fld id="{5512A642-E1D3-4149-B173-FB076A759840}" type="slidenum">
              <a:rPr lang="en-IN" smtClean="0"/>
              <a:t>‹#›</a:t>
            </a:fld>
            <a:endParaRPr lang="en-IN"/>
          </a:p>
        </p:txBody>
      </p:sp>
    </p:spTree>
    <p:extLst>
      <p:ext uri="{BB962C8B-B14F-4D97-AF65-F5344CB8AC3E}">
        <p14:creationId xmlns:p14="http://schemas.microsoft.com/office/powerpoint/2010/main" val="8998139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FEFB13-AAA8-243D-20E7-20CBBF7C51E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105CFB72-62AA-8AE6-DD29-2E101771905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386EB659-6AE6-8633-95C7-04ADB98F185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4A12845-88AD-F675-9451-25EB57570E60}"/>
              </a:ext>
            </a:extLst>
          </p:cNvPr>
          <p:cNvSpPr>
            <a:spLocks noGrp="1"/>
          </p:cNvSpPr>
          <p:nvPr>
            <p:ph type="dt" sz="half" idx="10"/>
          </p:nvPr>
        </p:nvSpPr>
        <p:spPr/>
        <p:txBody>
          <a:bodyPr/>
          <a:lstStyle/>
          <a:p>
            <a:fld id="{EF67E6E3-947A-4566-A872-DF51DD976ED4}" type="datetimeFigureOut">
              <a:rPr lang="en-IN" smtClean="0"/>
              <a:t>03-02-2026</a:t>
            </a:fld>
            <a:endParaRPr lang="en-IN"/>
          </a:p>
        </p:txBody>
      </p:sp>
      <p:sp>
        <p:nvSpPr>
          <p:cNvPr id="6" name="Footer Placeholder 5">
            <a:extLst>
              <a:ext uri="{FF2B5EF4-FFF2-40B4-BE49-F238E27FC236}">
                <a16:creationId xmlns:a16="http://schemas.microsoft.com/office/drawing/2014/main" id="{01738442-8817-50F9-0685-C8EB24C84EC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FA19BDF-10D5-7E76-52CA-6FFBE8E6527C}"/>
              </a:ext>
            </a:extLst>
          </p:cNvPr>
          <p:cNvSpPr>
            <a:spLocks noGrp="1"/>
          </p:cNvSpPr>
          <p:nvPr>
            <p:ph type="sldNum" sz="quarter" idx="12"/>
          </p:nvPr>
        </p:nvSpPr>
        <p:spPr/>
        <p:txBody>
          <a:bodyPr/>
          <a:lstStyle/>
          <a:p>
            <a:fld id="{5512A642-E1D3-4149-B173-FB076A759840}" type="slidenum">
              <a:rPr lang="en-IN" smtClean="0"/>
              <a:t>‹#›</a:t>
            </a:fld>
            <a:endParaRPr lang="en-IN"/>
          </a:p>
        </p:txBody>
      </p:sp>
    </p:spTree>
    <p:extLst>
      <p:ext uri="{BB962C8B-B14F-4D97-AF65-F5344CB8AC3E}">
        <p14:creationId xmlns:p14="http://schemas.microsoft.com/office/powerpoint/2010/main" val="16608414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D1C0C1-70D2-0A7F-6DBC-5671343EED2F}"/>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28E64FF-D71C-D5B0-09A9-4285A564B66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8BA6544-B535-EA1B-8C24-8B5D6673DCCE}"/>
              </a:ext>
            </a:extLst>
          </p:cNvPr>
          <p:cNvSpPr>
            <a:spLocks noGrp="1"/>
          </p:cNvSpPr>
          <p:nvPr>
            <p:ph type="dt" sz="half" idx="10"/>
          </p:nvPr>
        </p:nvSpPr>
        <p:spPr/>
        <p:txBody>
          <a:bodyPr/>
          <a:lstStyle/>
          <a:p>
            <a:fld id="{EF67E6E3-947A-4566-A872-DF51DD976ED4}" type="datetimeFigureOut">
              <a:rPr lang="en-IN" smtClean="0"/>
              <a:t>03-02-2026</a:t>
            </a:fld>
            <a:endParaRPr lang="en-IN"/>
          </a:p>
        </p:txBody>
      </p:sp>
      <p:sp>
        <p:nvSpPr>
          <p:cNvPr id="5" name="Footer Placeholder 4">
            <a:extLst>
              <a:ext uri="{FF2B5EF4-FFF2-40B4-BE49-F238E27FC236}">
                <a16:creationId xmlns:a16="http://schemas.microsoft.com/office/drawing/2014/main" id="{398F70C0-26A7-71E2-3B4D-E7FCD7F2792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3146C63-E492-8740-9B87-14D3DF674818}"/>
              </a:ext>
            </a:extLst>
          </p:cNvPr>
          <p:cNvSpPr>
            <a:spLocks noGrp="1"/>
          </p:cNvSpPr>
          <p:nvPr>
            <p:ph type="sldNum" sz="quarter" idx="12"/>
          </p:nvPr>
        </p:nvSpPr>
        <p:spPr/>
        <p:txBody>
          <a:bodyPr/>
          <a:lstStyle/>
          <a:p>
            <a:fld id="{5512A642-E1D3-4149-B173-FB076A759840}" type="slidenum">
              <a:rPr lang="en-IN" smtClean="0"/>
              <a:t>‹#›</a:t>
            </a:fld>
            <a:endParaRPr lang="en-IN"/>
          </a:p>
        </p:txBody>
      </p:sp>
    </p:spTree>
    <p:extLst>
      <p:ext uri="{BB962C8B-B14F-4D97-AF65-F5344CB8AC3E}">
        <p14:creationId xmlns:p14="http://schemas.microsoft.com/office/powerpoint/2010/main" val="34330681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8202E3C-7F20-61AB-2447-E20F83C57F6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0C315E7-5EED-70DD-E3F4-BEC7892EF5F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5A834F7-3A57-4123-36D1-BEE50D2A41C3}"/>
              </a:ext>
            </a:extLst>
          </p:cNvPr>
          <p:cNvSpPr>
            <a:spLocks noGrp="1"/>
          </p:cNvSpPr>
          <p:nvPr>
            <p:ph type="dt" sz="half" idx="10"/>
          </p:nvPr>
        </p:nvSpPr>
        <p:spPr/>
        <p:txBody>
          <a:bodyPr/>
          <a:lstStyle/>
          <a:p>
            <a:fld id="{EF67E6E3-947A-4566-A872-DF51DD976ED4}" type="datetimeFigureOut">
              <a:rPr lang="en-IN" smtClean="0"/>
              <a:t>03-02-2026</a:t>
            </a:fld>
            <a:endParaRPr lang="en-IN"/>
          </a:p>
        </p:txBody>
      </p:sp>
      <p:sp>
        <p:nvSpPr>
          <p:cNvPr id="5" name="Footer Placeholder 4">
            <a:extLst>
              <a:ext uri="{FF2B5EF4-FFF2-40B4-BE49-F238E27FC236}">
                <a16:creationId xmlns:a16="http://schemas.microsoft.com/office/drawing/2014/main" id="{29F92831-AEC4-5A56-96EF-238FDED5081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E870D7E-0052-88CC-DCF9-BB9CFB3EC9A8}"/>
              </a:ext>
            </a:extLst>
          </p:cNvPr>
          <p:cNvSpPr>
            <a:spLocks noGrp="1"/>
          </p:cNvSpPr>
          <p:nvPr>
            <p:ph type="sldNum" sz="quarter" idx="12"/>
          </p:nvPr>
        </p:nvSpPr>
        <p:spPr/>
        <p:txBody>
          <a:bodyPr/>
          <a:lstStyle/>
          <a:p>
            <a:fld id="{5512A642-E1D3-4149-B173-FB076A759840}" type="slidenum">
              <a:rPr lang="en-IN" smtClean="0"/>
              <a:t>‹#›</a:t>
            </a:fld>
            <a:endParaRPr lang="en-IN"/>
          </a:p>
        </p:txBody>
      </p:sp>
    </p:spTree>
    <p:extLst>
      <p:ext uri="{BB962C8B-B14F-4D97-AF65-F5344CB8AC3E}">
        <p14:creationId xmlns:p14="http://schemas.microsoft.com/office/powerpoint/2010/main" val="4307406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C001AC6-4577-5B47-8721-406B82721CF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E4CFFE4-C3E1-6C38-7E24-5AB3D1103FB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A7EE6AF-7F3C-85F9-3A4B-2F6E2282550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F67E6E3-947A-4566-A872-DF51DD976ED4}" type="datetimeFigureOut">
              <a:rPr lang="en-IN" smtClean="0"/>
              <a:t>03-02-2026</a:t>
            </a:fld>
            <a:endParaRPr lang="en-IN"/>
          </a:p>
        </p:txBody>
      </p:sp>
      <p:sp>
        <p:nvSpPr>
          <p:cNvPr id="5" name="Footer Placeholder 4">
            <a:extLst>
              <a:ext uri="{FF2B5EF4-FFF2-40B4-BE49-F238E27FC236}">
                <a16:creationId xmlns:a16="http://schemas.microsoft.com/office/drawing/2014/main" id="{342EE260-7582-6353-6687-70C76DBFD76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FB38E9FA-6D9C-7468-060B-856545DDC06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512A642-E1D3-4149-B173-FB076A759840}" type="slidenum">
              <a:rPr lang="en-IN" smtClean="0"/>
              <a:t>‹#›</a:t>
            </a:fld>
            <a:endParaRPr lang="en-IN"/>
          </a:p>
        </p:txBody>
      </p:sp>
    </p:spTree>
    <p:extLst>
      <p:ext uri="{BB962C8B-B14F-4D97-AF65-F5344CB8AC3E}">
        <p14:creationId xmlns:p14="http://schemas.microsoft.com/office/powerpoint/2010/main" val="29252906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F68DEA-6306-D3B6-DD44-36C2AB5FBD56}"/>
              </a:ext>
            </a:extLst>
          </p:cNvPr>
          <p:cNvSpPr>
            <a:spLocks noGrp="1"/>
          </p:cNvSpPr>
          <p:nvPr>
            <p:ph type="ctrTitle"/>
          </p:nvPr>
        </p:nvSpPr>
        <p:spPr/>
        <p:txBody>
          <a:bodyPr>
            <a:normAutofit fontScale="90000"/>
          </a:bodyPr>
          <a:lstStyle/>
          <a:p>
            <a:r>
              <a:rPr lang="en-US"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Healthcare Data Analysis and Visualization for Disease Trend Monitoring Using R</a:t>
            </a:r>
            <a:endParaRPr lang="en-IN"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0F99B0D6-729B-4DC6-369B-704EB5C19479}"/>
              </a:ext>
            </a:extLst>
          </p:cNvPr>
          <p:cNvSpPr>
            <a:spLocks noGrp="1"/>
          </p:cNvSpPr>
          <p:nvPr>
            <p:ph type="subTitle" idx="1"/>
          </p:nvPr>
        </p:nvSpPr>
        <p:spPr>
          <a:xfrm>
            <a:off x="558376" y="3757567"/>
            <a:ext cx="11075248" cy="2722562"/>
          </a:xfrm>
        </p:spPr>
        <p:txBody>
          <a:bodyPr>
            <a:normAutofit/>
          </a:bodyPr>
          <a:lstStyle/>
          <a:p>
            <a:pPr algn="l"/>
            <a:r>
              <a:rPr lang="en-IN" sz="2000" b="1" dirty="0">
                <a:latin typeface="Times New Roman" panose="02020603050405020304" pitchFamily="18" charset="0"/>
                <a:cs typeface="Times New Roman" panose="02020603050405020304" pitchFamily="18" charset="0"/>
              </a:rPr>
              <a:t>Presented by:	</a:t>
            </a:r>
            <a:r>
              <a:rPr lang="en-IN" sz="2000" dirty="0">
                <a:latin typeface="Times New Roman" panose="02020603050405020304" pitchFamily="18" charset="0"/>
                <a:cs typeface="Times New Roman" panose="02020603050405020304" pitchFamily="18" charset="0"/>
              </a:rPr>
              <a:t>					</a:t>
            </a:r>
            <a:r>
              <a:rPr lang="en-IN" sz="2000" b="1" dirty="0">
                <a:latin typeface="Times New Roman" panose="02020603050405020304" pitchFamily="18" charset="0"/>
                <a:cs typeface="Times New Roman" panose="02020603050405020304" pitchFamily="18" charset="0"/>
              </a:rPr>
              <a:t>Guided by:</a:t>
            </a:r>
          </a:p>
          <a:p>
            <a:pPr algn="l"/>
            <a:r>
              <a:rPr lang="en-IN" sz="2000" dirty="0">
                <a:latin typeface="Times New Roman" panose="02020603050405020304" pitchFamily="18" charset="0"/>
                <a:cs typeface="Times New Roman" panose="02020603050405020304" pitchFamily="18" charset="0"/>
              </a:rPr>
              <a:t>Mohammed Aish Ahamed Siddiqui (192424320)		DR. KUMARAGURUBARAN T</a:t>
            </a:r>
          </a:p>
          <a:p>
            <a:pPr algn="l"/>
            <a:r>
              <a:rPr lang="en-IN" sz="2000" dirty="0">
                <a:latin typeface="Times New Roman" panose="02020603050405020304" pitchFamily="18" charset="0"/>
                <a:cs typeface="Times New Roman" panose="02020603050405020304" pitchFamily="18" charset="0"/>
              </a:rPr>
              <a:t>S. Asif (192424121)					DR. SENTHILVADIVU SUBRAMANIAN</a:t>
            </a:r>
          </a:p>
          <a:p>
            <a:pPr algn="l"/>
            <a:r>
              <a:rPr lang="en-IN" sz="2000" dirty="0">
                <a:latin typeface="Times New Roman" panose="02020603050405020304" pitchFamily="18" charset="0"/>
                <a:cs typeface="Times New Roman" panose="02020603050405020304" pitchFamily="18" charset="0"/>
              </a:rPr>
              <a:t>S. M. Junaid (192424142)</a:t>
            </a:r>
          </a:p>
        </p:txBody>
      </p:sp>
      <p:pic>
        <p:nvPicPr>
          <p:cNvPr id="4" name="Google Shape;161;p1">
            <a:extLst>
              <a:ext uri="{FF2B5EF4-FFF2-40B4-BE49-F238E27FC236}">
                <a16:creationId xmlns:a16="http://schemas.microsoft.com/office/drawing/2014/main" id="{0AB40EA7-729D-9C60-C773-4E0D82E4FF2A}"/>
              </a:ext>
            </a:extLst>
          </p:cNvPr>
          <p:cNvPicPr preferRelativeResize="0"/>
          <p:nvPr/>
        </p:nvPicPr>
        <p:blipFill rotWithShape="1">
          <a:blip r:embed="rId2">
            <a:alphaModFix/>
          </a:blip>
          <a:srcRect/>
          <a:stretch/>
        </p:blipFill>
        <p:spPr>
          <a:xfrm>
            <a:off x="388619" y="238661"/>
            <a:ext cx="1135380" cy="1500492"/>
          </a:xfrm>
          <a:prstGeom prst="rect">
            <a:avLst/>
          </a:prstGeom>
          <a:noFill/>
          <a:ln>
            <a:noFill/>
          </a:ln>
        </p:spPr>
      </p:pic>
      <p:pic>
        <p:nvPicPr>
          <p:cNvPr id="5" name="Google Shape;162;p1">
            <a:extLst>
              <a:ext uri="{FF2B5EF4-FFF2-40B4-BE49-F238E27FC236}">
                <a16:creationId xmlns:a16="http://schemas.microsoft.com/office/drawing/2014/main" id="{3608D53B-C280-28D2-6592-33A8C7024E06}"/>
              </a:ext>
            </a:extLst>
          </p:cNvPr>
          <p:cNvPicPr preferRelativeResize="0"/>
          <p:nvPr/>
        </p:nvPicPr>
        <p:blipFill rotWithShape="1">
          <a:blip r:embed="rId3">
            <a:alphaModFix/>
          </a:blip>
          <a:srcRect/>
          <a:stretch/>
        </p:blipFill>
        <p:spPr>
          <a:xfrm>
            <a:off x="10398647" y="210086"/>
            <a:ext cx="1404732" cy="1362861"/>
          </a:xfrm>
          <a:prstGeom prst="rect">
            <a:avLst/>
          </a:prstGeom>
          <a:noFill/>
          <a:ln>
            <a:noFill/>
          </a:ln>
        </p:spPr>
      </p:pic>
    </p:spTree>
    <p:extLst>
      <p:ext uri="{BB962C8B-B14F-4D97-AF65-F5344CB8AC3E}">
        <p14:creationId xmlns:p14="http://schemas.microsoft.com/office/powerpoint/2010/main" val="2298460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AD8376-3C2A-45A7-75BB-2E91A274AC02}"/>
              </a:ext>
            </a:extLst>
          </p:cNvPr>
          <p:cNvSpPr>
            <a:spLocks noGrp="1"/>
          </p:cNvSpPr>
          <p:nvPr>
            <p:ph type="title"/>
          </p:nvPr>
        </p:nvSpPr>
        <p:spPr/>
        <p:txBody>
          <a:bodyPr/>
          <a:lstStyle/>
          <a:p>
            <a:pPr algn="ctr"/>
            <a:r>
              <a:rPr lang="en-IN" b="1" dirty="0">
                <a:latin typeface="Times New Roman" panose="02020603050405020304" pitchFamily="18" charset="0"/>
                <a:cs typeface="Times New Roman" panose="02020603050405020304" pitchFamily="18" charset="0"/>
              </a:rPr>
              <a:t>ABSTRACT</a:t>
            </a:r>
          </a:p>
        </p:txBody>
      </p:sp>
      <p:pic>
        <p:nvPicPr>
          <p:cNvPr id="4" name="Google Shape;161;p1">
            <a:extLst>
              <a:ext uri="{FF2B5EF4-FFF2-40B4-BE49-F238E27FC236}">
                <a16:creationId xmlns:a16="http://schemas.microsoft.com/office/drawing/2014/main" id="{6C75986F-2AB5-924E-72EF-2DF85E5D9D77}"/>
              </a:ext>
            </a:extLst>
          </p:cNvPr>
          <p:cNvPicPr preferRelativeResize="0"/>
          <p:nvPr/>
        </p:nvPicPr>
        <p:blipFill rotWithShape="1">
          <a:blip r:embed="rId2">
            <a:alphaModFix/>
          </a:blip>
          <a:srcRect/>
          <a:stretch/>
        </p:blipFill>
        <p:spPr>
          <a:xfrm>
            <a:off x="388619" y="238661"/>
            <a:ext cx="1135380" cy="1500492"/>
          </a:xfrm>
          <a:prstGeom prst="rect">
            <a:avLst/>
          </a:prstGeom>
          <a:noFill/>
          <a:ln>
            <a:noFill/>
          </a:ln>
        </p:spPr>
      </p:pic>
      <p:pic>
        <p:nvPicPr>
          <p:cNvPr id="5" name="Google Shape;162;p1">
            <a:extLst>
              <a:ext uri="{FF2B5EF4-FFF2-40B4-BE49-F238E27FC236}">
                <a16:creationId xmlns:a16="http://schemas.microsoft.com/office/drawing/2014/main" id="{08DF72C1-D240-2DB3-F64B-E2905235BBDF}"/>
              </a:ext>
            </a:extLst>
          </p:cNvPr>
          <p:cNvPicPr preferRelativeResize="0"/>
          <p:nvPr/>
        </p:nvPicPr>
        <p:blipFill rotWithShape="1">
          <a:blip r:embed="rId3">
            <a:alphaModFix/>
          </a:blip>
          <a:srcRect/>
          <a:stretch/>
        </p:blipFill>
        <p:spPr>
          <a:xfrm>
            <a:off x="10398647" y="210086"/>
            <a:ext cx="1404732" cy="1362861"/>
          </a:xfrm>
          <a:prstGeom prst="rect">
            <a:avLst/>
          </a:prstGeom>
          <a:noFill/>
          <a:ln>
            <a:noFill/>
          </a:ln>
        </p:spPr>
      </p:pic>
      <p:sp>
        <p:nvSpPr>
          <p:cNvPr id="6" name="Rectangle 1">
            <a:extLst>
              <a:ext uri="{FF2B5EF4-FFF2-40B4-BE49-F238E27FC236}">
                <a16:creationId xmlns:a16="http://schemas.microsoft.com/office/drawing/2014/main" id="{6CB9B9A0-34C1-6F34-B460-AE3BB4341D93}"/>
              </a:ext>
            </a:extLst>
          </p:cNvPr>
          <p:cNvSpPr>
            <a:spLocks noGrp="1" noChangeArrowheads="1"/>
          </p:cNvSpPr>
          <p:nvPr>
            <p:ph idx="1"/>
          </p:nvPr>
        </p:nvSpPr>
        <p:spPr bwMode="auto">
          <a:xfrm>
            <a:off x="838200" y="2152391"/>
            <a:ext cx="10405533" cy="36978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algn="just" eaLnBrk="0" fontAlgn="base" hangingPunct="0">
              <a:lnSpc>
                <a:spcPct val="200000"/>
              </a:lnSpc>
              <a:spcBef>
                <a:spcPct val="0"/>
              </a:spcBef>
              <a:spcAft>
                <a:spcPct val="0"/>
              </a:spcAft>
              <a:buNone/>
            </a:pPr>
            <a:r>
              <a:rPr lang="en-US" sz="2000" dirty="0"/>
              <a:t>This project focuses on analyzing healthcare data to monitor disease trends using R programming. Healthcare datasets are collected, cleaned, and preprocessed to ensure accuracy and reliability. Exploratory data analysis is carried out to identify patterns and variations in disease occurrence over time. Various data visualization techniques, including bar charts and line graphs, are used to clearly represent disease trends. The visual insights obtained from the analysis help in understanding disease spread and support effective healthcare planning and decision-making.</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191181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997FB7-003D-7143-5477-674C4012F9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B27EF6-F648-4AB9-1C20-66BA97CDF9D0}"/>
              </a:ext>
            </a:extLst>
          </p:cNvPr>
          <p:cNvSpPr>
            <a:spLocks noGrp="1"/>
          </p:cNvSpPr>
          <p:nvPr>
            <p:ph type="title"/>
          </p:nvPr>
        </p:nvSpPr>
        <p:spPr/>
        <p:txBody>
          <a:bodyPr>
            <a:normAutofit/>
          </a:bodyPr>
          <a:lstStyle/>
          <a:p>
            <a:pPr algn="ctr"/>
            <a:r>
              <a:rPr lang="en-IN" sz="3400" b="1" dirty="0">
                <a:latin typeface="Times New Roman" panose="02020603050405020304" pitchFamily="18" charset="0"/>
                <a:cs typeface="Times New Roman" panose="02020603050405020304" pitchFamily="18" charset="0"/>
              </a:rPr>
              <a:t>INTRODUCTION</a:t>
            </a:r>
          </a:p>
        </p:txBody>
      </p:sp>
      <p:pic>
        <p:nvPicPr>
          <p:cNvPr id="4" name="Google Shape;161;p1">
            <a:extLst>
              <a:ext uri="{FF2B5EF4-FFF2-40B4-BE49-F238E27FC236}">
                <a16:creationId xmlns:a16="http://schemas.microsoft.com/office/drawing/2014/main" id="{41AC39D5-6314-851C-098D-3A6F1611C81C}"/>
              </a:ext>
            </a:extLst>
          </p:cNvPr>
          <p:cNvPicPr preferRelativeResize="0"/>
          <p:nvPr/>
        </p:nvPicPr>
        <p:blipFill rotWithShape="1">
          <a:blip r:embed="rId2">
            <a:alphaModFix/>
          </a:blip>
          <a:srcRect/>
          <a:stretch/>
        </p:blipFill>
        <p:spPr>
          <a:xfrm>
            <a:off x="388619" y="238661"/>
            <a:ext cx="1135380" cy="1500492"/>
          </a:xfrm>
          <a:prstGeom prst="rect">
            <a:avLst/>
          </a:prstGeom>
          <a:noFill/>
          <a:ln>
            <a:noFill/>
          </a:ln>
        </p:spPr>
      </p:pic>
      <p:pic>
        <p:nvPicPr>
          <p:cNvPr id="5" name="Google Shape;162;p1">
            <a:extLst>
              <a:ext uri="{FF2B5EF4-FFF2-40B4-BE49-F238E27FC236}">
                <a16:creationId xmlns:a16="http://schemas.microsoft.com/office/drawing/2014/main" id="{68E66D83-8138-1A88-51C0-B073061497BA}"/>
              </a:ext>
            </a:extLst>
          </p:cNvPr>
          <p:cNvPicPr preferRelativeResize="0"/>
          <p:nvPr/>
        </p:nvPicPr>
        <p:blipFill rotWithShape="1">
          <a:blip r:embed="rId3">
            <a:alphaModFix/>
          </a:blip>
          <a:srcRect/>
          <a:stretch/>
        </p:blipFill>
        <p:spPr>
          <a:xfrm>
            <a:off x="10398647" y="210086"/>
            <a:ext cx="1404732" cy="1362861"/>
          </a:xfrm>
          <a:prstGeom prst="rect">
            <a:avLst/>
          </a:prstGeom>
          <a:noFill/>
          <a:ln>
            <a:noFill/>
          </a:ln>
        </p:spPr>
      </p:pic>
      <p:sp>
        <p:nvSpPr>
          <p:cNvPr id="6" name="Rectangle 2">
            <a:extLst>
              <a:ext uri="{FF2B5EF4-FFF2-40B4-BE49-F238E27FC236}">
                <a16:creationId xmlns:a16="http://schemas.microsoft.com/office/drawing/2014/main" id="{CC2CA3E9-6AA2-E854-55CB-93E2B626840C}"/>
              </a:ext>
            </a:extLst>
          </p:cNvPr>
          <p:cNvSpPr>
            <a:spLocks noGrp="1" noChangeArrowheads="1"/>
          </p:cNvSpPr>
          <p:nvPr>
            <p:ph idx="1"/>
          </p:nvPr>
        </p:nvSpPr>
        <p:spPr bwMode="auto">
          <a:xfrm>
            <a:off x="838200" y="2138732"/>
            <a:ext cx="10168467" cy="37251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2400" dirty="0">
                <a:latin typeface="Times New Roman" panose="02020603050405020304" pitchFamily="18" charset="0"/>
                <a:cs typeface="Times New Roman" panose="02020603050405020304" pitchFamily="18" charset="0"/>
              </a:rPr>
              <a:t>Healthcare systems generate large volumes of patient and disease-related data.</a:t>
            </a:r>
          </a:p>
          <a:p>
            <a:r>
              <a:rPr lang="en-US" sz="2400" dirty="0">
                <a:latin typeface="Times New Roman" panose="02020603050405020304" pitchFamily="18" charset="0"/>
                <a:cs typeface="Times New Roman" panose="02020603050405020304" pitchFamily="18" charset="0"/>
              </a:rPr>
              <a:t>Most healthcare data is raw and unstructured, making analysis difficult.</a:t>
            </a:r>
          </a:p>
          <a:p>
            <a:r>
              <a:rPr lang="en-US" sz="2400" dirty="0">
                <a:latin typeface="Times New Roman" panose="02020603050405020304" pitchFamily="18" charset="0"/>
                <a:cs typeface="Times New Roman" panose="02020603050405020304" pitchFamily="18" charset="0"/>
              </a:rPr>
              <a:t>Disease trend monitoring helps understand disease spread, frequency, and seasonal patterns.</a:t>
            </a:r>
          </a:p>
          <a:p>
            <a:r>
              <a:rPr lang="en-US" sz="2400" dirty="0">
                <a:latin typeface="Times New Roman" panose="02020603050405020304" pitchFamily="18" charset="0"/>
                <a:cs typeface="Times New Roman" panose="02020603050405020304" pitchFamily="18" charset="0"/>
              </a:rPr>
              <a:t>Traditional analysis methods are inefficient for large healthcare datasets.</a:t>
            </a:r>
          </a:p>
          <a:p>
            <a:r>
              <a:rPr lang="en-US" sz="2400" dirty="0">
                <a:latin typeface="Times New Roman" panose="02020603050405020304" pitchFamily="18" charset="0"/>
                <a:cs typeface="Times New Roman" panose="02020603050405020304" pitchFamily="18" charset="0"/>
              </a:rPr>
              <a:t>This project uses data analytics and visualization to transform healthcare data into meaningful insights.</a:t>
            </a:r>
          </a:p>
          <a:p>
            <a:r>
              <a:rPr lang="en-US" sz="2400" dirty="0">
                <a:latin typeface="Times New Roman" panose="02020603050405020304" pitchFamily="18" charset="0"/>
                <a:cs typeface="Times New Roman" panose="02020603050405020304" pitchFamily="18" charset="0"/>
              </a:rPr>
              <a:t>R programming is used to analyze and visualize disease trends for better healthcare decision-making.</a:t>
            </a:r>
          </a:p>
        </p:txBody>
      </p:sp>
    </p:spTree>
    <p:extLst>
      <p:ext uri="{BB962C8B-B14F-4D97-AF65-F5344CB8AC3E}">
        <p14:creationId xmlns:p14="http://schemas.microsoft.com/office/powerpoint/2010/main" val="905935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2D4B37-30A0-3C78-3275-0AF7FFDF71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92CF99-5450-6058-D6C2-E327B0A99186}"/>
              </a:ext>
            </a:extLst>
          </p:cNvPr>
          <p:cNvSpPr>
            <a:spLocks noGrp="1"/>
          </p:cNvSpPr>
          <p:nvPr>
            <p:ph type="title"/>
          </p:nvPr>
        </p:nvSpPr>
        <p:spPr/>
        <p:txBody>
          <a:bodyPr>
            <a:normAutofit/>
          </a:bodyPr>
          <a:lstStyle/>
          <a:p>
            <a:pPr algn="ctr"/>
            <a:r>
              <a:rPr lang="en-IN" sz="3400" b="1" dirty="0">
                <a:latin typeface="Times New Roman" panose="02020603050405020304" pitchFamily="18" charset="0"/>
                <a:cs typeface="Times New Roman" panose="02020603050405020304" pitchFamily="18" charset="0"/>
              </a:rPr>
              <a:t>PROBLEM STATEMENT</a:t>
            </a:r>
          </a:p>
        </p:txBody>
      </p:sp>
      <p:pic>
        <p:nvPicPr>
          <p:cNvPr id="4" name="Google Shape;161;p1">
            <a:extLst>
              <a:ext uri="{FF2B5EF4-FFF2-40B4-BE49-F238E27FC236}">
                <a16:creationId xmlns:a16="http://schemas.microsoft.com/office/drawing/2014/main" id="{270BBFC5-4F49-BBD4-EF0D-3B776A76453A}"/>
              </a:ext>
            </a:extLst>
          </p:cNvPr>
          <p:cNvPicPr preferRelativeResize="0"/>
          <p:nvPr/>
        </p:nvPicPr>
        <p:blipFill rotWithShape="1">
          <a:blip r:embed="rId2">
            <a:alphaModFix/>
          </a:blip>
          <a:srcRect/>
          <a:stretch/>
        </p:blipFill>
        <p:spPr>
          <a:xfrm>
            <a:off x="388619" y="238661"/>
            <a:ext cx="1135380" cy="1500492"/>
          </a:xfrm>
          <a:prstGeom prst="rect">
            <a:avLst/>
          </a:prstGeom>
          <a:noFill/>
          <a:ln>
            <a:noFill/>
          </a:ln>
        </p:spPr>
      </p:pic>
      <p:pic>
        <p:nvPicPr>
          <p:cNvPr id="5" name="Google Shape;162;p1">
            <a:extLst>
              <a:ext uri="{FF2B5EF4-FFF2-40B4-BE49-F238E27FC236}">
                <a16:creationId xmlns:a16="http://schemas.microsoft.com/office/drawing/2014/main" id="{7ED9514F-4581-B44A-B799-34B771C83294}"/>
              </a:ext>
            </a:extLst>
          </p:cNvPr>
          <p:cNvPicPr preferRelativeResize="0"/>
          <p:nvPr/>
        </p:nvPicPr>
        <p:blipFill rotWithShape="1">
          <a:blip r:embed="rId3">
            <a:alphaModFix/>
          </a:blip>
          <a:srcRect/>
          <a:stretch/>
        </p:blipFill>
        <p:spPr>
          <a:xfrm>
            <a:off x="10398647" y="210086"/>
            <a:ext cx="1404732" cy="1362861"/>
          </a:xfrm>
          <a:prstGeom prst="rect">
            <a:avLst/>
          </a:prstGeom>
          <a:noFill/>
          <a:ln>
            <a:noFill/>
          </a:ln>
        </p:spPr>
      </p:pic>
      <p:sp>
        <p:nvSpPr>
          <p:cNvPr id="7" name="Rectangle 2">
            <a:extLst>
              <a:ext uri="{FF2B5EF4-FFF2-40B4-BE49-F238E27FC236}">
                <a16:creationId xmlns:a16="http://schemas.microsoft.com/office/drawing/2014/main" id="{A6E9CDA6-8B21-E0B9-CBAF-EEE217F8F2B1}"/>
              </a:ext>
            </a:extLst>
          </p:cNvPr>
          <p:cNvSpPr>
            <a:spLocks noGrp="1" noChangeArrowheads="1"/>
          </p:cNvSpPr>
          <p:nvPr>
            <p:ph idx="1"/>
          </p:nvPr>
        </p:nvSpPr>
        <p:spPr bwMode="auto">
          <a:xfrm>
            <a:off x="838200" y="1772318"/>
            <a:ext cx="10871200" cy="44579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Healthcare data is generated in large volumes but is often unstructured and inconsistent.</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Raw healthcare data requires proper cleaning and preparation before analysis.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Traditional methods are inefficient for analyzing disease trends over time.</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Identifying seasonal and long-term disease patterns is challenging.</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Comparing disease distribution across regions is difficult without visualization.</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 integrated modular system is needed to convert healthcare data into meaningful insights for decision-making.</a:t>
            </a:r>
          </a:p>
        </p:txBody>
      </p:sp>
    </p:spTree>
    <p:extLst>
      <p:ext uri="{BB962C8B-B14F-4D97-AF65-F5344CB8AC3E}">
        <p14:creationId xmlns:p14="http://schemas.microsoft.com/office/powerpoint/2010/main" val="18520448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030B29-5FA0-DA88-F174-27E66EC800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999F05D-CD91-D2BF-EABD-D3B7ABEA8A86}"/>
              </a:ext>
            </a:extLst>
          </p:cNvPr>
          <p:cNvSpPr>
            <a:spLocks noGrp="1"/>
          </p:cNvSpPr>
          <p:nvPr>
            <p:ph type="title"/>
          </p:nvPr>
        </p:nvSpPr>
        <p:spPr/>
        <p:txBody>
          <a:bodyPr>
            <a:normAutofit/>
          </a:bodyPr>
          <a:lstStyle/>
          <a:p>
            <a:pPr algn="ctr"/>
            <a:r>
              <a:rPr lang="en-IN" sz="3400" b="1" dirty="0">
                <a:latin typeface="Times New Roman" panose="02020603050405020304" pitchFamily="18" charset="0"/>
                <a:cs typeface="Times New Roman" panose="02020603050405020304" pitchFamily="18" charset="0"/>
              </a:rPr>
              <a:t>OBJECTIVES</a:t>
            </a:r>
          </a:p>
        </p:txBody>
      </p:sp>
      <p:pic>
        <p:nvPicPr>
          <p:cNvPr id="4" name="Google Shape;161;p1">
            <a:extLst>
              <a:ext uri="{FF2B5EF4-FFF2-40B4-BE49-F238E27FC236}">
                <a16:creationId xmlns:a16="http://schemas.microsoft.com/office/drawing/2014/main" id="{727CAD6E-59CA-BD48-8506-A1C2961C6DC0}"/>
              </a:ext>
            </a:extLst>
          </p:cNvPr>
          <p:cNvPicPr preferRelativeResize="0"/>
          <p:nvPr/>
        </p:nvPicPr>
        <p:blipFill rotWithShape="1">
          <a:blip r:embed="rId2">
            <a:alphaModFix/>
          </a:blip>
          <a:srcRect/>
          <a:stretch/>
        </p:blipFill>
        <p:spPr>
          <a:xfrm>
            <a:off x="388619" y="238661"/>
            <a:ext cx="1135380" cy="1500492"/>
          </a:xfrm>
          <a:prstGeom prst="rect">
            <a:avLst/>
          </a:prstGeom>
          <a:noFill/>
          <a:ln>
            <a:noFill/>
          </a:ln>
        </p:spPr>
      </p:pic>
      <p:pic>
        <p:nvPicPr>
          <p:cNvPr id="5" name="Google Shape;162;p1">
            <a:extLst>
              <a:ext uri="{FF2B5EF4-FFF2-40B4-BE49-F238E27FC236}">
                <a16:creationId xmlns:a16="http://schemas.microsoft.com/office/drawing/2014/main" id="{D63D7FCB-EAFF-5E36-A10C-77F8BB3DEAEB}"/>
              </a:ext>
            </a:extLst>
          </p:cNvPr>
          <p:cNvPicPr preferRelativeResize="0"/>
          <p:nvPr/>
        </p:nvPicPr>
        <p:blipFill rotWithShape="1">
          <a:blip r:embed="rId3">
            <a:alphaModFix/>
          </a:blip>
          <a:srcRect/>
          <a:stretch/>
        </p:blipFill>
        <p:spPr>
          <a:xfrm>
            <a:off x="10398647" y="210086"/>
            <a:ext cx="1404732" cy="1362861"/>
          </a:xfrm>
          <a:prstGeom prst="rect">
            <a:avLst/>
          </a:prstGeom>
          <a:noFill/>
          <a:ln>
            <a:noFill/>
          </a:ln>
        </p:spPr>
      </p:pic>
      <p:sp>
        <p:nvSpPr>
          <p:cNvPr id="6" name="Rectangle 2">
            <a:extLst>
              <a:ext uri="{FF2B5EF4-FFF2-40B4-BE49-F238E27FC236}">
                <a16:creationId xmlns:a16="http://schemas.microsoft.com/office/drawing/2014/main" id="{1166C96F-2851-D2E4-B2A4-AC074719C4F9}"/>
              </a:ext>
            </a:extLst>
          </p:cNvPr>
          <p:cNvSpPr>
            <a:spLocks noGrp="1" noChangeArrowheads="1"/>
          </p:cNvSpPr>
          <p:nvPr>
            <p:ph idx="1"/>
          </p:nvPr>
        </p:nvSpPr>
        <p:spPr bwMode="auto">
          <a:xfrm>
            <a:off x="838200" y="2049317"/>
            <a:ext cx="10168467" cy="39039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 collect and prepare healthcare data for accurate analysis and visualization.</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 clean and preprocess raw healthcare datasets to improve data quality.</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 analyze disease trends and temporal patterns over time.</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 identify seasonal and long-term variations in disease occurrence.</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 visualize disease distribution and regional patterns effectively.</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 generate meaningful insights that support data-driven healthcare decision-making.</a:t>
            </a:r>
          </a:p>
        </p:txBody>
      </p:sp>
    </p:spTree>
    <p:extLst>
      <p:ext uri="{BB962C8B-B14F-4D97-AF65-F5344CB8AC3E}">
        <p14:creationId xmlns:p14="http://schemas.microsoft.com/office/powerpoint/2010/main" val="3655288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318926-ADC5-9F41-CC64-C33DB30441CB}"/>
              </a:ext>
            </a:extLst>
          </p:cNvPr>
          <p:cNvSpPr>
            <a:spLocks noGrp="1"/>
          </p:cNvSpPr>
          <p:nvPr>
            <p:ph type="title"/>
          </p:nvPr>
        </p:nvSpPr>
        <p:spPr/>
        <p:txBody>
          <a:bodyPr>
            <a:normAutofit/>
          </a:bodyPr>
          <a:lstStyle/>
          <a:p>
            <a:pPr algn="ctr"/>
            <a:r>
              <a:rPr lang="en-US" sz="3400" b="1" dirty="0">
                <a:latin typeface="Times New Roman" panose="02020603050405020304" pitchFamily="18" charset="0"/>
                <a:cs typeface="Times New Roman" panose="02020603050405020304" pitchFamily="18" charset="0"/>
              </a:rPr>
              <a:t>METHODOLOGY</a:t>
            </a:r>
            <a:endParaRPr lang="en-IN" sz="3400" dirty="0"/>
          </a:p>
        </p:txBody>
      </p:sp>
      <p:sp>
        <p:nvSpPr>
          <p:cNvPr id="3" name="Content Placeholder 2">
            <a:extLst>
              <a:ext uri="{FF2B5EF4-FFF2-40B4-BE49-F238E27FC236}">
                <a16:creationId xmlns:a16="http://schemas.microsoft.com/office/drawing/2014/main" id="{ADA61C7A-684A-BDE5-FBF2-A62F171529AB}"/>
              </a:ext>
            </a:extLst>
          </p:cNvPr>
          <p:cNvSpPr>
            <a:spLocks noGrp="1"/>
          </p:cNvSpPr>
          <p:nvPr>
            <p:ph sz="half" idx="1"/>
          </p:nvPr>
        </p:nvSpPr>
        <p:spPr>
          <a:xfrm>
            <a:off x="524932" y="2064286"/>
            <a:ext cx="5571067" cy="4793714"/>
          </a:xfrm>
        </p:spPr>
        <p:txBody>
          <a:bodyPr>
            <a:noAutofit/>
          </a:bodyPr>
          <a:lstStyle/>
          <a:p>
            <a:pPr algn="just">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Overview</a:t>
            </a:r>
          </a:p>
          <a:p>
            <a:pPr lvl="1"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The project follows a structured, modular methodology to analyze healthcare data and monitor disease trends. It integrates data preparation, exploratory and trend analysis, and advanced visualization to generate meaningful healthcare insights.</a:t>
            </a:r>
          </a:p>
          <a:p>
            <a:pPr algn="just">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Overall Workflow</a:t>
            </a:r>
          </a:p>
          <a:p>
            <a:pPr lvl="1"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Data Collection &amp; Preparation</a:t>
            </a:r>
          </a:p>
          <a:p>
            <a:pPr lvl="1"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Exploratory Data Analysis &amp; Trend Detection</a:t>
            </a:r>
          </a:p>
          <a:p>
            <a:pPr lvl="1"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Advanced Visualization &amp; Insight Communication</a:t>
            </a:r>
          </a:p>
          <a:p>
            <a:endParaRPr lang="en-IN" sz="2000" dirty="0">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2754E1A4-E0F2-C0DA-76A6-AEB23FB2DF08}"/>
              </a:ext>
            </a:extLst>
          </p:cNvPr>
          <p:cNvSpPr>
            <a:spLocks noGrp="1"/>
          </p:cNvSpPr>
          <p:nvPr>
            <p:ph sz="half" idx="2"/>
          </p:nvPr>
        </p:nvSpPr>
        <p:spPr>
          <a:xfrm>
            <a:off x="6096000" y="2064286"/>
            <a:ext cx="5867400" cy="4351338"/>
          </a:xfrm>
        </p:spPr>
        <p:txBody>
          <a:bodyPr>
            <a:noAutofit/>
          </a:bodyPr>
          <a:lstStyle/>
          <a:p>
            <a:pPr>
              <a:buFont typeface="Wingdings" panose="05000000000000000000" pitchFamily="2" charset="2"/>
              <a:buChar char="Ø"/>
            </a:pPr>
            <a:r>
              <a:rPr lang="en-IN" sz="2000" b="1" dirty="0">
                <a:latin typeface="Times New Roman" panose="02020603050405020304" pitchFamily="18" charset="0"/>
                <a:cs typeface="Times New Roman" panose="02020603050405020304" pitchFamily="18" charset="0"/>
              </a:rPr>
              <a:t>Dataset Details</a:t>
            </a:r>
          </a:p>
          <a:p>
            <a:pPr lvl="1">
              <a:buFont typeface="Wingdings" panose="05000000000000000000" pitchFamily="2" charset="2"/>
              <a:buChar char="Ø"/>
            </a:pPr>
            <a:r>
              <a:rPr lang="en-IN" sz="2000" b="1" dirty="0">
                <a:latin typeface="Times New Roman" panose="02020603050405020304" pitchFamily="18" charset="0"/>
                <a:cs typeface="Times New Roman" panose="02020603050405020304" pitchFamily="18" charset="0"/>
              </a:rPr>
              <a:t>Type:</a:t>
            </a:r>
            <a:r>
              <a:rPr lang="en-IN" sz="2000" dirty="0">
                <a:latin typeface="Times New Roman" panose="02020603050405020304" pitchFamily="18" charset="0"/>
                <a:cs typeface="Times New Roman" panose="02020603050405020304" pitchFamily="18" charset="0"/>
              </a:rPr>
              <a:t> Healthcare Dataset (Synthetic, Realistic)</a:t>
            </a:r>
          </a:p>
          <a:p>
            <a:pPr lvl="1">
              <a:buFont typeface="Wingdings" panose="05000000000000000000" pitchFamily="2" charset="2"/>
              <a:buChar char="Ø"/>
            </a:pPr>
            <a:r>
              <a:rPr lang="en-IN" sz="2000" b="1" dirty="0">
                <a:latin typeface="Times New Roman" panose="02020603050405020304" pitchFamily="18" charset="0"/>
                <a:cs typeface="Times New Roman" panose="02020603050405020304" pitchFamily="18" charset="0"/>
              </a:rPr>
              <a:t>Records:</a:t>
            </a:r>
            <a:r>
              <a:rPr lang="en-IN" sz="2000" dirty="0">
                <a:latin typeface="Times New Roman" panose="02020603050405020304" pitchFamily="18" charset="0"/>
                <a:cs typeface="Times New Roman" panose="02020603050405020304" pitchFamily="18" charset="0"/>
              </a:rPr>
              <a:t> 50,000</a:t>
            </a:r>
          </a:p>
          <a:p>
            <a:pPr lvl="1">
              <a:buFont typeface="Wingdings" panose="05000000000000000000" pitchFamily="2" charset="2"/>
              <a:buChar char="Ø"/>
            </a:pPr>
            <a:r>
              <a:rPr lang="en-IN" sz="2000" b="1" dirty="0">
                <a:latin typeface="Times New Roman" panose="02020603050405020304" pitchFamily="18" charset="0"/>
                <a:cs typeface="Times New Roman" panose="02020603050405020304" pitchFamily="18" charset="0"/>
              </a:rPr>
              <a:t>Format:</a:t>
            </a:r>
            <a:r>
              <a:rPr lang="en-IN" sz="2000" dirty="0">
                <a:latin typeface="Times New Roman" panose="02020603050405020304" pitchFamily="18" charset="0"/>
                <a:cs typeface="Times New Roman" panose="02020603050405020304" pitchFamily="18" charset="0"/>
              </a:rPr>
              <a:t> CSV (Comma-Separated Values)</a:t>
            </a:r>
          </a:p>
          <a:p>
            <a:pPr lvl="1">
              <a:buFont typeface="Wingdings" panose="05000000000000000000" pitchFamily="2" charset="2"/>
              <a:buChar char="Ø"/>
            </a:pPr>
            <a:r>
              <a:rPr lang="en-IN" sz="2000" b="1" dirty="0">
                <a:latin typeface="Times New Roman" panose="02020603050405020304" pitchFamily="18" charset="0"/>
                <a:cs typeface="Times New Roman" panose="02020603050405020304" pitchFamily="18" charset="0"/>
              </a:rPr>
              <a:t>Data Level:</a:t>
            </a:r>
            <a:r>
              <a:rPr lang="en-IN" sz="2000" dirty="0">
                <a:latin typeface="Times New Roman" panose="02020603050405020304" pitchFamily="18" charset="0"/>
                <a:cs typeface="Times New Roman" panose="02020603050405020304" pitchFamily="18" charset="0"/>
              </a:rPr>
              <a:t> Patient admission level</a:t>
            </a:r>
          </a:p>
          <a:p>
            <a:pPr lvl="1">
              <a:buFont typeface="Wingdings" panose="05000000000000000000" pitchFamily="2" charset="2"/>
              <a:buChar char="Ø"/>
            </a:pPr>
            <a:r>
              <a:rPr lang="en-IN" sz="2000" b="1" dirty="0">
                <a:latin typeface="Times New Roman" panose="02020603050405020304" pitchFamily="18" charset="0"/>
                <a:cs typeface="Times New Roman" panose="02020603050405020304" pitchFamily="18" charset="0"/>
              </a:rPr>
              <a:t>Time Span:</a:t>
            </a:r>
            <a:r>
              <a:rPr lang="en-IN" sz="2000" dirty="0">
                <a:latin typeface="Times New Roman" panose="02020603050405020304" pitchFamily="18" charset="0"/>
                <a:cs typeface="Times New Roman" panose="02020603050405020304" pitchFamily="18" charset="0"/>
              </a:rPr>
              <a:t> Multi-year</a:t>
            </a:r>
          </a:p>
          <a:p>
            <a:pPr lvl="1">
              <a:buFont typeface="Wingdings" panose="05000000000000000000" pitchFamily="2" charset="2"/>
              <a:buChar char="Ø"/>
            </a:pPr>
            <a:r>
              <a:rPr lang="en-IN" sz="2000" b="1" dirty="0">
                <a:latin typeface="Times New Roman" panose="02020603050405020304" pitchFamily="18" charset="0"/>
                <a:cs typeface="Times New Roman" panose="02020603050405020304" pitchFamily="18" charset="0"/>
              </a:rPr>
              <a:t>Regions Covered:</a:t>
            </a:r>
            <a:r>
              <a:rPr lang="en-IN" sz="2000" dirty="0">
                <a:latin typeface="Times New Roman" panose="02020603050405020304" pitchFamily="18" charset="0"/>
                <a:cs typeface="Times New Roman" panose="02020603050405020304" pitchFamily="18" charset="0"/>
              </a:rPr>
              <a:t> Multiple regions</a:t>
            </a:r>
          </a:p>
          <a:p>
            <a:pPr>
              <a:buFont typeface="Wingdings" panose="05000000000000000000" pitchFamily="2" charset="2"/>
              <a:buChar char="Ø"/>
            </a:pPr>
            <a:r>
              <a:rPr lang="en-IN" sz="2000" b="1" dirty="0">
                <a:latin typeface="Times New Roman" panose="02020603050405020304" pitchFamily="18" charset="0"/>
                <a:cs typeface="Times New Roman" panose="02020603050405020304" pitchFamily="18" charset="0"/>
              </a:rPr>
              <a:t>Key Dataset Attributes</a:t>
            </a:r>
          </a:p>
          <a:p>
            <a:pPr lvl="1">
              <a:buFont typeface="Wingdings" panose="05000000000000000000" pitchFamily="2" charset="2"/>
              <a:buChar char="Ø"/>
            </a:pPr>
            <a:r>
              <a:rPr lang="en-IN" sz="2000" b="1" dirty="0">
                <a:latin typeface="Times New Roman" panose="02020603050405020304" pitchFamily="18" charset="0"/>
                <a:cs typeface="Times New Roman" panose="02020603050405020304" pitchFamily="18" charset="0"/>
              </a:rPr>
              <a:t>Demographic:</a:t>
            </a:r>
            <a:r>
              <a:rPr lang="en-IN" sz="2000" dirty="0">
                <a:latin typeface="Times New Roman" panose="02020603050405020304" pitchFamily="18" charset="0"/>
                <a:cs typeface="Times New Roman" panose="02020603050405020304" pitchFamily="18" charset="0"/>
              </a:rPr>
              <a:t> Age, Gender, Blood Type</a:t>
            </a:r>
          </a:p>
          <a:p>
            <a:pPr lvl="1">
              <a:buFont typeface="Wingdings" panose="05000000000000000000" pitchFamily="2" charset="2"/>
              <a:buChar char="Ø"/>
            </a:pPr>
            <a:r>
              <a:rPr lang="en-IN" sz="2000" b="1" dirty="0">
                <a:latin typeface="Times New Roman" panose="02020603050405020304" pitchFamily="18" charset="0"/>
                <a:cs typeface="Times New Roman" panose="02020603050405020304" pitchFamily="18" charset="0"/>
              </a:rPr>
              <a:t>Medical:</a:t>
            </a:r>
            <a:r>
              <a:rPr lang="en-IN" sz="2000" dirty="0">
                <a:latin typeface="Times New Roman" panose="02020603050405020304" pitchFamily="18" charset="0"/>
                <a:cs typeface="Times New Roman" panose="02020603050405020304" pitchFamily="18" charset="0"/>
              </a:rPr>
              <a:t> Medical Condition, Severity, Outcome</a:t>
            </a:r>
          </a:p>
          <a:p>
            <a:pPr lvl="1">
              <a:buFont typeface="Wingdings" panose="05000000000000000000" pitchFamily="2" charset="2"/>
              <a:buChar char="Ø"/>
            </a:pPr>
            <a:r>
              <a:rPr lang="en-IN" sz="2000" b="1" dirty="0">
                <a:latin typeface="Times New Roman" panose="02020603050405020304" pitchFamily="18" charset="0"/>
                <a:cs typeface="Times New Roman" panose="02020603050405020304" pitchFamily="18" charset="0"/>
              </a:rPr>
              <a:t>Time-based:</a:t>
            </a:r>
            <a:r>
              <a:rPr lang="en-IN" sz="2000" dirty="0">
                <a:latin typeface="Times New Roman" panose="02020603050405020304" pitchFamily="18" charset="0"/>
                <a:cs typeface="Times New Roman" panose="02020603050405020304" pitchFamily="18" charset="0"/>
              </a:rPr>
              <a:t> Date of Admission, Month, Year</a:t>
            </a:r>
          </a:p>
          <a:p>
            <a:pPr lvl="1">
              <a:buFont typeface="Wingdings" panose="05000000000000000000" pitchFamily="2" charset="2"/>
              <a:buChar char="Ø"/>
            </a:pPr>
            <a:r>
              <a:rPr lang="en-IN" sz="2000" b="1" dirty="0">
                <a:latin typeface="Times New Roman" panose="02020603050405020304" pitchFamily="18" charset="0"/>
                <a:cs typeface="Times New Roman" panose="02020603050405020304" pitchFamily="18" charset="0"/>
              </a:rPr>
              <a:t>Location:</a:t>
            </a:r>
            <a:r>
              <a:rPr lang="en-IN" sz="2000" dirty="0">
                <a:latin typeface="Times New Roman" panose="02020603050405020304" pitchFamily="18" charset="0"/>
                <a:cs typeface="Times New Roman" panose="02020603050405020304" pitchFamily="18" charset="0"/>
              </a:rPr>
              <a:t> Region, Latitude, Longitude</a:t>
            </a:r>
          </a:p>
          <a:p>
            <a:pPr lvl="1">
              <a:buFont typeface="Wingdings" panose="05000000000000000000" pitchFamily="2" charset="2"/>
              <a:buChar char="Ø"/>
            </a:pPr>
            <a:r>
              <a:rPr lang="en-IN" sz="2000" b="1" dirty="0">
                <a:latin typeface="Times New Roman" panose="02020603050405020304" pitchFamily="18" charset="0"/>
                <a:cs typeface="Times New Roman" panose="02020603050405020304" pitchFamily="18" charset="0"/>
              </a:rPr>
              <a:t>Financial:</a:t>
            </a:r>
            <a:r>
              <a:rPr lang="en-IN" sz="2000" dirty="0">
                <a:latin typeface="Times New Roman" panose="02020603050405020304" pitchFamily="18" charset="0"/>
                <a:cs typeface="Times New Roman" panose="02020603050405020304" pitchFamily="18" charset="0"/>
              </a:rPr>
              <a:t> Billing Amount, Insurance</a:t>
            </a:r>
          </a:p>
          <a:p>
            <a:pPr>
              <a:buFont typeface="Wingdings" panose="05000000000000000000" pitchFamily="2" charset="2"/>
              <a:buChar char="Ø"/>
            </a:pPr>
            <a:endParaRPr lang="en-IN" sz="2000" dirty="0">
              <a:latin typeface="Times New Roman" panose="02020603050405020304" pitchFamily="18" charset="0"/>
              <a:cs typeface="Times New Roman" panose="02020603050405020304" pitchFamily="18" charset="0"/>
            </a:endParaRPr>
          </a:p>
        </p:txBody>
      </p:sp>
      <p:pic>
        <p:nvPicPr>
          <p:cNvPr id="5" name="Google Shape;161;p1">
            <a:extLst>
              <a:ext uri="{FF2B5EF4-FFF2-40B4-BE49-F238E27FC236}">
                <a16:creationId xmlns:a16="http://schemas.microsoft.com/office/drawing/2014/main" id="{90691BC5-1AE6-9936-4314-2DD9A5D5E1C2}"/>
              </a:ext>
            </a:extLst>
          </p:cNvPr>
          <p:cNvPicPr preferRelativeResize="0"/>
          <p:nvPr/>
        </p:nvPicPr>
        <p:blipFill rotWithShape="1">
          <a:blip r:embed="rId2">
            <a:alphaModFix/>
          </a:blip>
          <a:srcRect/>
          <a:stretch/>
        </p:blipFill>
        <p:spPr>
          <a:xfrm>
            <a:off x="388619" y="238661"/>
            <a:ext cx="1135380" cy="1500492"/>
          </a:xfrm>
          <a:prstGeom prst="rect">
            <a:avLst/>
          </a:prstGeom>
          <a:noFill/>
          <a:ln>
            <a:noFill/>
          </a:ln>
        </p:spPr>
      </p:pic>
      <p:pic>
        <p:nvPicPr>
          <p:cNvPr id="6" name="Google Shape;162;p1">
            <a:extLst>
              <a:ext uri="{FF2B5EF4-FFF2-40B4-BE49-F238E27FC236}">
                <a16:creationId xmlns:a16="http://schemas.microsoft.com/office/drawing/2014/main" id="{C2A18250-CA1A-574D-1966-68053899B5E7}"/>
              </a:ext>
            </a:extLst>
          </p:cNvPr>
          <p:cNvPicPr preferRelativeResize="0"/>
          <p:nvPr/>
        </p:nvPicPr>
        <p:blipFill rotWithShape="1">
          <a:blip r:embed="rId3">
            <a:alphaModFix/>
          </a:blip>
          <a:srcRect/>
          <a:stretch/>
        </p:blipFill>
        <p:spPr>
          <a:xfrm>
            <a:off x="10398647" y="210086"/>
            <a:ext cx="1404732" cy="1362861"/>
          </a:xfrm>
          <a:prstGeom prst="rect">
            <a:avLst/>
          </a:prstGeom>
          <a:noFill/>
          <a:ln>
            <a:noFill/>
          </a:ln>
        </p:spPr>
      </p:pic>
    </p:spTree>
    <p:extLst>
      <p:ext uri="{BB962C8B-B14F-4D97-AF65-F5344CB8AC3E}">
        <p14:creationId xmlns:p14="http://schemas.microsoft.com/office/powerpoint/2010/main" val="28120240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8AB304-AF6F-0A85-D545-6AC2C7ABEB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A5425C-F38C-48FE-7A60-356E6C7307A6}"/>
              </a:ext>
            </a:extLst>
          </p:cNvPr>
          <p:cNvSpPr>
            <a:spLocks noGrp="1"/>
          </p:cNvSpPr>
          <p:nvPr>
            <p:ph type="title"/>
          </p:nvPr>
        </p:nvSpPr>
        <p:spPr/>
        <p:txBody>
          <a:bodyPr>
            <a:normAutofit/>
          </a:bodyPr>
          <a:lstStyle/>
          <a:p>
            <a:pPr algn="ctr"/>
            <a:r>
              <a:rPr lang="en-IN" sz="3400" b="1" dirty="0">
                <a:latin typeface="Times New Roman" panose="02020603050405020304" pitchFamily="18" charset="0"/>
                <a:cs typeface="Times New Roman" panose="02020603050405020304" pitchFamily="18" charset="0"/>
              </a:rPr>
              <a:t>ARCHITECTURE DIAGRAM</a:t>
            </a:r>
          </a:p>
        </p:txBody>
      </p:sp>
      <p:pic>
        <p:nvPicPr>
          <p:cNvPr id="4" name="Google Shape;161;p1">
            <a:extLst>
              <a:ext uri="{FF2B5EF4-FFF2-40B4-BE49-F238E27FC236}">
                <a16:creationId xmlns:a16="http://schemas.microsoft.com/office/drawing/2014/main" id="{B18E105C-51CE-D5BE-F19E-2ED92F95EEB1}"/>
              </a:ext>
            </a:extLst>
          </p:cNvPr>
          <p:cNvPicPr preferRelativeResize="0"/>
          <p:nvPr/>
        </p:nvPicPr>
        <p:blipFill rotWithShape="1">
          <a:blip r:embed="rId2">
            <a:alphaModFix/>
          </a:blip>
          <a:srcRect/>
          <a:stretch/>
        </p:blipFill>
        <p:spPr>
          <a:xfrm>
            <a:off x="388619" y="238661"/>
            <a:ext cx="1135380" cy="1500492"/>
          </a:xfrm>
          <a:prstGeom prst="rect">
            <a:avLst/>
          </a:prstGeom>
          <a:noFill/>
          <a:ln>
            <a:noFill/>
          </a:ln>
        </p:spPr>
      </p:pic>
      <p:pic>
        <p:nvPicPr>
          <p:cNvPr id="5" name="Google Shape;162;p1">
            <a:extLst>
              <a:ext uri="{FF2B5EF4-FFF2-40B4-BE49-F238E27FC236}">
                <a16:creationId xmlns:a16="http://schemas.microsoft.com/office/drawing/2014/main" id="{DAEA48F2-5EB3-881E-0D6D-F4E930D031FD}"/>
              </a:ext>
            </a:extLst>
          </p:cNvPr>
          <p:cNvPicPr preferRelativeResize="0"/>
          <p:nvPr/>
        </p:nvPicPr>
        <p:blipFill rotWithShape="1">
          <a:blip r:embed="rId3">
            <a:alphaModFix/>
          </a:blip>
          <a:srcRect/>
          <a:stretch/>
        </p:blipFill>
        <p:spPr>
          <a:xfrm>
            <a:off x="10398647" y="210086"/>
            <a:ext cx="1404732" cy="1362861"/>
          </a:xfrm>
          <a:prstGeom prst="rect">
            <a:avLst/>
          </a:prstGeom>
          <a:noFill/>
          <a:ln>
            <a:noFill/>
          </a:ln>
        </p:spPr>
      </p:pic>
      <p:pic>
        <p:nvPicPr>
          <p:cNvPr id="10" name="Content Placeholder 9">
            <a:extLst>
              <a:ext uri="{FF2B5EF4-FFF2-40B4-BE49-F238E27FC236}">
                <a16:creationId xmlns:a16="http://schemas.microsoft.com/office/drawing/2014/main" id="{DC79EA27-2CF1-E8DD-C1DF-C85CB58E6A99}"/>
              </a:ext>
            </a:extLst>
          </p:cNvPr>
          <p:cNvPicPr>
            <a:picLocks noGrp="1" noChangeAspect="1"/>
          </p:cNvPicPr>
          <p:nvPr>
            <p:ph idx="1"/>
          </p:nvPr>
        </p:nvPicPr>
        <p:blipFill>
          <a:blip r:embed="rId4">
            <a:extLst>
              <a:ext uri="{28A0092B-C50C-407E-A947-70E740481C1C}">
                <a14:useLocalDpi xmlns:a14="http://schemas.microsoft.com/office/drawing/2010/main" val="0"/>
              </a:ext>
            </a:extLst>
          </a:blip>
          <a:srcRect/>
          <a:stretch/>
        </p:blipFill>
        <p:spPr bwMode="auto">
          <a:xfrm>
            <a:off x="1447799" y="1490132"/>
            <a:ext cx="9076267" cy="49106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568999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73BCA8-A89E-76BE-AE0F-E9E1C12F1F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69FD7E-19C8-DF6F-3208-4885D87D1EB4}"/>
              </a:ext>
            </a:extLst>
          </p:cNvPr>
          <p:cNvSpPr>
            <a:spLocks noGrp="1"/>
          </p:cNvSpPr>
          <p:nvPr>
            <p:ph type="title"/>
          </p:nvPr>
        </p:nvSpPr>
        <p:spPr/>
        <p:txBody>
          <a:bodyPr/>
          <a:lstStyle/>
          <a:p>
            <a:pPr algn="ctr"/>
            <a:r>
              <a:rPr lang="en-IN" b="1" dirty="0">
                <a:latin typeface="Times New Roman" panose="02020603050405020304" pitchFamily="18" charset="0"/>
                <a:cs typeface="Times New Roman" panose="02020603050405020304" pitchFamily="18" charset="0"/>
              </a:rPr>
              <a:t>MODULES</a:t>
            </a:r>
          </a:p>
        </p:txBody>
      </p:sp>
      <p:sp>
        <p:nvSpPr>
          <p:cNvPr id="3" name="Content Placeholder 2">
            <a:extLst>
              <a:ext uri="{FF2B5EF4-FFF2-40B4-BE49-F238E27FC236}">
                <a16:creationId xmlns:a16="http://schemas.microsoft.com/office/drawing/2014/main" id="{DCC04EC5-2570-237F-4D10-8348F47606F1}"/>
              </a:ext>
            </a:extLst>
          </p:cNvPr>
          <p:cNvSpPr>
            <a:spLocks noGrp="1"/>
          </p:cNvSpPr>
          <p:nvPr>
            <p:ph idx="1"/>
          </p:nvPr>
        </p:nvSpPr>
        <p:spPr/>
        <p:txBody>
          <a:bodyPr>
            <a:normAutofit lnSpcReduction="10000"/>
          </a:bodyPr>
          <a:lstStyle/>
          <a:p>
            <a:pPr>
              <a:lnSpc>
                <a:spcPct val="200000"/>
              </a:lnSpc>
            </a:pPr>
            <a:r>
              <a:rPr lang="en-US" b="1" dirty="0">
                <a:latin typeface="Times New Roman" panose="02020603050405020304" pitchFamily="18" charset="0"/>
                <a:cs typeface="Times New Roman" panose="02020603050405020304" pitchFamily="18" charset="0"/>
              </a:rPr>
              <a:t>Module 1: Healthcare Data Collection, Cleaning, and Geospatial Preparation</a:t>
            </a:r>
          </a:p>
          <a:p>
            <a:pPr>
              <a:lnSpc>
                <a:spcPct val="200000"/>
              </a:lnSpc>
            </a:pPr>
            <a:r>
              <a:rPr lang="en-US" b="1" dirty="0">
                <a:latin typeface="Times New Roman" panose="02020603050405020304" pitchFamily="18" charset="0"/>
                <a:cs typeface="Times New Roman" panose="02020603050405020304" pitchFamily="18" charset="0"/>
              </a:rPr>
              <a:t>Module 2: Disease Trend Analysis and Temporal Patterns</a:t>
            </a:r>
          </a:p>
          <a:p>
            <a:pPr>
              <a:lnSpc>
                <a:spcPct val="200000"/>
              </a:lnSpc>
            </a:pPr>
            <a:r>
              <a:rPr lang="en-US" b="1" dirty="0">
                <a:latin typeface="Times New Roman" panose="02020603050405020304" pitchFamily="18" charset="0"/>
                <a:cs typeface="Times New Roman" panose="02020603050405020304" pitchFamily="18" charset="0"/>
              </a:rPr>
              <a:t>Module 3: Disease Distribution, Comparative Analysis, and Insights</a:t>
            </a:r>
            <a:endParaRPr lang="en-IN" dirty="0">
              <a:latin typeface="Times New Roman" panose="02020603050405020304" pitchFamily="18" charset="0"/>
              <a:cs typeface="Times New Roman" panose="02020603050405020304" pitchFamily="18" charset="0"/>
            </a:endParaRPr>
          </a:p>
        </p:txBody>
      </p:sp>
      <p:pic>
        <p:nvPicPr>
          <p:cNvPr id="4" name="Google Shape;161;p1">
            <a:extLst>
              <a:ext uri="{FF2B5EF4-FFF2-40B4-BE49-F238E27FC236}">
                <a16:creationId xmlns:a16="http://schemas.microsoft.com/office/drawing/2014/main" id="{0E5CDFC9-B7BF-70CB-B7DD-77015B8F5662}"/>
              </a:ext>
            </a:extLst>
          </p:cNvPr>
          <p:cNvPicPr preferRelativeResize="0"/>
          <p:nvPr/>
        </p:nvPicPr>
        <p:blipFill rotWithShape="1">
          <a:blip r:embed="rId2">
            <a:alphaModFix/>
          </a:blip>
          <a:srcRect/>
          <a:stretch/>
        </p:blipFill>
        <p:spPr>
          <a:xfrm>
            <a:off x="388619" y="238661"/>
            <a:ext cx="1135380" cy="1500492"/>
          </a:xfrm>
          <a:prstGeom prst="rect">
            <a:avLst/>
          </a:prstGeom>
          <a:noFill/>
          <a:ln>
            <a:noFill/>
          </a:ln>
        </p:spPr>
      </p:pic>
      <p:pic>
        <p:nvPicPr>
          <p:cNvPr id="5" name="Google Shape;162;p1">
            <a:extLst>
              <a:ext uri="{FF2B5EF4-FFF2-40B4-BE49-F238E27FC236}">
                <a16:creationId xmlns:a16="http://schemas.microsoft.com/office/drawing/2014/main" id="{B02AA42C-1BC1-0205-4CC4-3E28976148DD}"/>
              </a:ext>
            </a:extLst>
          </p:cNvPr>
          <p:cNvPicPr preferRelativeResize="0"/>
          <p:nvPr/>
        </p:nvPicPr>
        <p:blipFill rotWithShape="1">
          <a:blip r:embed="rId3">
            <a:alphaModFix/>
          </a:blip>
          <a:srcRect/>
          <a:stretch/>
        </p:blipFill>
        <p:spPr>
          <a:xfrm>
            <a:off x="10398647" y="210086"/>
            <a:ext cx="1404732" cy="1362861"/>
          </a:xfrm>
          <a:prstGeom prst="rect">
            <a:avLst/>
          </a:prstGeom>
          <a:noFill/>
          <a:ln>
            <a:noFill/>
          </a:ln>
        </p:spPr>
      </p:pic>
    </p:spTree>
    <p:extLst>
      <p:ext uri="{BB962C8B-B14F-4D97-AF65-F5344CB8AC3E}">
        <p14:creationId xmlns:p14="http://schemas.microsoft.com/office/powerpoint/2010/main" val="10156796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94921A-F735-2CCB-93D4-2BF0339BD5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0DD914-59A6-445C-AB98-7C7FC82F5CCB}"/>
              </a:ext>
            </a:extLst>
          </p:cNvPr>
          <p:cNvSpPr>
            <a:spLocks noGrp="1"/>
          </p:cNvSpPr>
          <p:nvPr>
            <p:ph type="title"/>
          </p:nvPr>
        </p:nvSpPr>
        <p:spPr>
          <a:xfrm>
            <a:off x="1523999" y="365125"/>
            <a:ext cx="8874648" cy="1325563"/>
          </a:xfrm>
        </p:spPr>
        <p:txBody>
          <a:bodyPr>
            <a:normAutofit/>
          </a:bodyPr>
          <a:lstStyle/>
          <a:p>
            <a:pPr algn="ctr"/>
            <a:r>
              <a:rPr lang="en-US" sz="3400" b="1" dirty="0">
                <a:latin typeface="Times New Roman" panose="02020603050405020304" pitchFamily="18" charset="0"/>
                <a:cs typeface="Times New Roman" panose="02020603050405020304" pitchFamily="18" charset="0"/>
              </a:rPr>
              <a:t>Module 1: Healthcare Data Collection, Cleaning</a:t>
            </a:r>
          </a:p>
        </p:txBody>
      </p:sp>
      <p:sp>
        <p:nvSpPr>
          <p:cNvPr id="3" name="Content Placeholder 2">
            <a:extLst>
              <a:ext uri="{FF2B5EF4-FFF2-40B4-BE49-F238E27FC236}">
                <a16:creationId xmlns:a16="http://schemas.microsoft.com/office/drawing/2014/main" id="{75EA03E1-B815-6315-6FAB-2BDE21EBF706}"/>
              </a:ext>
            </a:extLst>
          </p:cNvPr>
          <p:cNvSpPr>
            <a:spLocks noGrp="1"/>
          </p:cNvSpPr>
          <p:nvPr>
            <p:ph idx="1"/>
          </p:nvPr>
        </p:nvSpPr>
        <p:spPr>
          <a:xfrm>
            <a:off x="956309" y="2079624"/>
            <a:ext cx="10515600" cy="4351338"/>
          </a:xfrm>
        </p:spPr>
        <p:txBody>
          <a:bodyPr>
            <a:noAutofit/>
          </a:bodyPr>
          <a:lstStyle/>
          <a:p>
            <a:r>
              <a:rPr lang="en-US" sz="2200" b="1" dirty="0">
                <a:latin typeface="Times New Roman" panose="02020603050405020304" pitchFamily="18" charset="0"/>
                <a:cs typeface="Times New Roman" panose="02020603050405020304" pitchFamily="18" charset="0"/>
              </a:rPr>
              <a:t>Purpose:</a:t>
            </a:r>
            <a:br>
              <a:rPr lang="en-US" sz="2200" dirty="0">
                <a:latin typeface="Times New Roman" panose="02020603050405020304" pitchFamily="18" charset="0"/>
                <a:cs typeface="Times New Roman" panose="02020603050405020304" pitchFamily="18" charset="0"/>
              </a:rPr>
            </a:br>
            <a:r>
              <a:rPr lang="en-US" sz="2200" dirty="0">
                <a:latin typeface="Times New Roman" panose="02020603050405020304" pitchFamily="18" charset="0"/>
                <a:cs typeface="Times New Roman" panose="02020603050405020304" pitchFamily="18" charset="0"/>
              </a:rPr>
              <a:t>Prepare healthcare data for analysis and spatial insights</a:t>
            </a:r>
          </a:p>
          <a:p>
            <a:r>
              <a:rPr lang="en-US" sz="2200" b="1" dirty="0">
                <a:latin typeface="Times New Roman" panose="02020603050405020304" pitchFamily="18" charset="0"/>
                <a:cs typeface="Times New Roman" panose="02020603050405020304" pitchFamily="18" charset="0"/>
              </a:rPr>
              <a:t>Key Activities:</a:t>
            </a:r>
            <a:endParaRPr lang="en-US" sz="2200" dirty="0">
              <a:latin typeface="Times New Roman" panose="02020603050405020304" pitchFamily="18" charset="0"/>
              <a:cs typeface="Times New Roman" panose="02020603050405020304" pitchFamily="18" charset="0"/>
            </a:endParaRPr>
          </a:p>
          <a:p>
            <a:pPr lvl="1"/>
            <a:r>
              <a:rPr lang="en-US" sz="2200" dirty="0">
                <a:latin typeface="Times New Roman" panose="02020603050405020304" pitchFamily="18" charset="0"/>
                <a:cs typeface="Times New Roman" panose="02020603050405020304" pitchFamily="18" charset="0"/>
              </a:rPr>
              <a:t>Collect disease-related datasets with regional information</a:t>
            </a:r>
          </a:p>
          <a:p>
            <a:pPr lvl="1"/>
            <a:r>
              <a:rPr lang="en-US" sz="2200" dirty="0">
                <a:latin typeface="Times New Roman" panose="02020603050405020304" pitchFamily="18" charset="0"/>
                <a:cs typeface="Times New Roman" panose="02020603050405020304" pitchFamily="18" charset="0"/>
              </a:rPr>
              <a:t>Clean missing, inconsistent, and duplicate data</a:t>
            </a:r>
          </a:p>
          <a:p>
            <a:pPr lvl="1"/>
            <a:r>
              <a:rPr lang="en-US" sz="2200" dirty="0">
                <a:latin typeface="Times New Roman" panose="02020603050405020304" pitchFamily="18" charset="0"/>
                <a:cs typeface="Times New Roman" panose="02020603050405020304" pitchFamily="18" charset="0"/>
              </a:rPr>
              <a:t>Format attributes such as date, disease type, cases, and location</a:t>
            </a:r>
          </a:p>
          <a:p>
            <a:pPr lvl="1"/>
            <a:r>
              <a:rPr lang="en-US" sz="2200" dirty="0">
                <a:latin typeface="Times New Roman" panose="02020603050405020304" pitchFamily="18" charset="0"/>
                <a:cs typeface="Times New Roman" panose="02020603050405020304" pitchFamily="18" charset="0"/>
              </a:rPr>
              <a:t>Integrate geographic fields (region, district, latitude/longitude)</a:t>
            </a:r>
          </a:p>
          <a:p>
            <a:r>
              <a:rPr lang="en-US" sz="2200" b="1" dirty="0">
                <a:latin typeface="Times New Roman" panose="02020603050405020304" pitchFamily="18" charset="0"/>
                <a:cs typeface="Times New Roman" panose="02020603050405020304" pitchFamily="18" charset="0"/>
              </a:rPr>
              <a:t>Techniques Used:</a:t>
            </a:r>
            <a:endParaRPr lang="en-US" sz="2200" dirty="0">
              <a:latin typeface="Times New Roman" panose="02020603050405020304" pitchFamily="18" charset="0"/>
              <a:cs typeface="Times New Roman" panose="02020603050405020304" pitchFamily="18" charset="0"/>
            </a:endParaRPr>
          </a:p>
          <a:p>
            <a:pPr lvl="1"/>
            <a:r>
              <a:rPr lang="en-US" sz="2200" dirty="0">
                <a:latin typeface="Times New Roman" panose="02020603050405020304" pitchFamily="18" charset="0"/>
                <a:cs typeface="Times New Roman" panose="02020603050405020304" pitchFamily="18" charset="0"/>
              </a:rPr>
              <a:t>Data cleaning and preprocessing in R</a:t>
            </a:r>
          </a:p>
          <a:p>
            <a:pPr lvl="1"/>
            <a:r>
              <a:rPr lang="en-US" sz="2200" dirty="0">
                <a:latin typeface="Times New Roman" panose="02020603050405020304" pitchFamily="18" charset="0"/>
                <a:cs typeface="Times New Roman" panose="02020603050405020304" pitchFamily="18" charset="0"/>
              </a:rPr>
              <a:t>Basic geospatial data handling and mapping in R</a:t>
            </a:r>
          </a:p>
          <a:p>
            <a:r>
              <a:rPr lang="en-US" sz="2200" b="1" dirty="0">
                <a:latin typeface="Times New Roman" panose="02020603050405020304" pitchFamily="18" charset="0"/>
                <a:cs typeface="Times New Roman" panose="02020603050405020304" pitchFamily="18" charset="0"/>
              </a:rPr>
              <a:t>Output:</a:t>
            </a:r>
            <a:endParaRPr lang="en-US" sz="2200" dirty="0">
              <a:latin typeface="Times New Roman" panose="02020603050405020304" pitchFamily="18" charset="0"/>
              <a:cs typeface="Times New Roman" panose="02020603050405020304" pitchFamily="18" charset="0"/>
            </a:endParaRPr>
          </a:p>
          <a:p>
            <a:pPr lvl="1"/>
            <a:r>
              <a:rPr lang="en-US" sz="2200" dirty="0">
                <a:latin typeface="Times New Roman" panose="02020603050405020304" pitchFamily="18" charset="0"/>
                <a:cs typeface="Times New Roman" panose="02020603050405020304" pitchFamily="18" charset="0"/>
              </a:rPr>
              <a:t>Clean, structured, and geospatially enabled healthcare dataset</a:t>
            </a:r>
          </a:p>
        </p:txBody>
      </p:sp>
      <p:pic>
        <p:nvPicPr>
          <p:cNvPr id="4" name="Google Shape;161;p1">
            <a:extLst>
              <a:ext uri="{FF2B5EF4-FFF2-40B4-BE49-F238E27FC236}">
                <a16:creationId xmlns:a16="http://schemas.microsoft.com/office/drawing/2014/main" id="{16F9FC5D-99FC-E4B4-77AC-0A71D66C3690}"/>
              </a:ext>
            </a:extLst>
          </p:cNvPr>
          <p:cNvPicPr preferRelativeResize="0"/>
          <p:nvPr/>
        </p:nvPicPr>
        <p:blipFill rotWithShape="1">
          <a:blip r:embed="rId2">
            <a:alphaModFix/>
          </a:blip>
          <a:srcRect/>
          <a:stretch/>
        </p:blipFill>
        <p:spPr>
          <a:xfrm>
            <a:off x="388619" y="238661"/>
            <a:ext cx="1135380" cy="1500492"/>
          </a:xfrm>
          <a:prstGeom prst="rect">
            <a:avLst/>
          </a:prstGeom>
          <a:noFill/>
          <a:ln>
            <a:noFill/>
          </a:ln>
        </p:spPr>
      </p:pic>
      <p:pic>
        <p:nvPicPr>
          <p:cNvPr id="5" name="Google Shape;162;p1">
            <a:extLst>
              <a:ext uri="{FF2B5EF4-FFF2-40B4-BE49-F238E27FC236}">
                <a16:creationId xmlns:a16="http://schemas.microsoft.com/office/drawing/2014/main" id="{15B3488A-FA79-AF1F-1905-BB02220C4378}"/>
              </a:ext>
            </a:extLst>
          </p:cNvPr>
          <p:cNvPicPr preferRelativeResize="0"/>
          <p:nvPr/>
        </p:nvPicPr>
        <p:blipFill rotWithShape="1">
          <a:blip r:embed="rId3">
            <a:alphaModFix/>
          </a:blip>
          <a:srcRect/>
          <a:stretch/>
        </p:blipFill>
        <p:spPr>
          <a:xfrm>
            <a:off x="10398647" y="210086"/>
            <a:ext cx="1404732" cy="1362861"/>
          </a:xfrm>
          <a:prstGeom prst="rect">
            <a:avLst/>
          </a:prstGeom>
          <a:noFill/>
          <a:ln>
            <a:noFill/>
          </a:ln>
        </p:spPr>
      </p:pic>
    </p:spTree>
    <p:extLst>
      <p:ext uri="{BB962C8B-B14F-4D97-AF65-F5344CB8AC3E}">
        <p14:creationId xmlns:p14="http://schemas.microsoft.com/office/powerpoint/2010/main" val="11174159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3104B9-78D3-BE69-C3E0-C8D436989A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5D362B-7C88-243D-F6FB-83BEC535DEA5}"/>
              </a:ext>
            </a:extLst>
          </p:cNvPr>
          <p:cNvSpPr>
            <a:spLocks noGrp="1"/>
          </p:cNvSpPr>
          <p:nvPr>
            <p:ph type="title"/>
          </p:nvPr>
        </p:nvSpPr>
        <p:spPr>
          <a:xfrm>
            <a:off x="1523999" y="365125"/>
            <a:ext cx="8874648" cy="1325563"/>
          </a:xfrm>
        </p:spPr>
        <p:txBody>
          <a:bodyPr>
            <a:normAutofit/>
          </a:bodyPr>
          <a:lstStyle/>
          <a:p>
            <a:pPr algn="ctr"/>
            <a:r>
              <a:rPr lang="en-US" sz="3400" b="1" dirty="0">
                <a:latin typeface="Times New Roman" panose="02020603050405020304" pitchFamily="18" charset="0"/>
                <a:cs typeface="Times New Roman" panose="02020603050405020304" pitchFamily="18" charset="0"/>
              </a:rPr>
              <a:t>OUTPUT</a:t>
            </a:r>
          </a:p>
        </p:txBody>
      </p:sp>
      <p:pic>
        <p:nvPicPr>
          <p:cNvPr id="4" name="Google Shape;161;p1">
            <a:extLst>
              <a:ext uri="{FF2B5EF4-FFF2-40B4-BE49-F238E27FC236}">
                <a16:creationId xmlns:a16="http://schemas.microsoft.com/office/drawing/2014/main" id="{3D8EEF62-DFF7-D845-4440-AA2C79369FA6}"/>
              </a:ext>
            </a:extLst>
          </p:cNvPr>
          <p:cNvPicPr preferRelativeResize="0"/>
          <p:nvPr/>
        </p:nvPicPr>
        <p:blipFill rotWithShape="1">
          <a:blip r:embed="rId2">
            <a:alphaModFix/>
          </a:blip>
          <a:srcRect/>
          <a:stretch/>
        </p:blipFill>
        <p:spPr>
          <a:xfrm>
            <a:off x="388619" y="238661"/>
            <a:ext cx="1135380" cy="1500492"/>
          </a:xfrm>
          <a:prstGeom prst="rect">
            <a:avLst/>
          </a:prstGeom>
          <a:noFill/>
          <a:ln>
            <a:noFill/>
          </a:ln>
        </p:spPr>
      </p:pic>
      <p:pic>
        <p:nvPicPr>
          <p:cNvPr id="5" name="Google Shape;162;p1">
            <a:extLst>
              <a:ext uri="{FF2B5EF4-FFF2-40B4-BE49-F238E27FC236}">
                <a16:creationId xmlns:a16="http://schemas.microsoft.com/office/drawing/2014/main" id="{B7553994-356D-9CE3-AC25-2DA1D9F56B2F}"/>
              </a:ext>
            </a:extLst>
          </p:cNvPr>
          <p:cNvPicPr preferRelativeResize="0"/>
          <p:nvPr/>
        </p:nvPicPr>
        <p:blipFill rotWithShape="1">
          <a:blip r:embed="rId3">
            <a:alphaModFix/>
          </a:blip>
          <a:srcRect/>
          <a:stretch/>
        </p:blipFill>
        <p:spPr>
          <a:xfrm>
            <a:off x="10398647" y="210086"/>
            <a:ext cx="1404732" cy="1362861"/>
          </a:xfrm>
          <a:prstGeom prst="rect">
            <a:avLst/>
          </a:prstGeom>
          <a:noFill/>
          <a:ln>
            <a:noFill/>
          </a:ln>
        </p:spPr>
      </p:pic>
      <p:pic>
        <p:nvPicPr>
          <p:cNvPr id="7" name="Content Placeholder 6">
            <a:extLst>
              <a:ext uri="{FF2B5EF4-FFF2-40B4-BE49-F238E27FC236}">
                <a16:creationId xmlns:a16="http://schemas.microsoft.com/office/drawing/2014/main" id="{77B92552-AB08-E050-CF1B-B6383A0BC458}"/>
              </a:ext>
            </a:extLst>
          </p:cNvPr>
          <p:cNvPicPr>
            <a:picLocks noGrp="1" noChangeAspect="1"/>
          </p:cNvPicPr>
          <p:nvPr>
            <p:ph idx="1"/>
          </p:nvPr>
        </p:nvPicPr>
        <p:blipFill>
          <a:blip r:embed="rId4">
            <a:extLst>
              <a:ext uri="{28A0092B-C50C-407E-A947-70E740481C1C}">
                <a14:useLocalDpi xmlns:a14="http://schemas.microsoft.com/office/drawing/2010/main" val="0"/>
              </a:ext>
            </a:extLst>
          </a:blip>
          <a:srcRect/>
          <a:stretch/>
        </p:blipFill>
        <p:spPr>
          <a:xfrm>
            <a:off x="219285" y="1865617"/>
            <a:ext cx="6494782" cy="4331447"/>
          </a:xfrm>
          <a:prstGeom prst="rect">
            <a:avLst/>
          </a:prstGeom>
        </p:spPr>
      </p:pic>
      <p:pic>
        <p:nvPicPr>
          <p:cNvPr id="6" name="Picture 5">
            <a:extLst>
              <a:ext uri="{FF2B5EF4-FFF2-40B4-BE49-F238E27FC236}">
                <a16:creationId xmlns:a16="http://schemas.microsoft.com/office/drawing/2014/main" id="{1F9F8F3A-B389-8AE0-9CE2-B7ECB9B8E24D}"/>
              </a:ext>
            </a:extLst>
          </p:cNvPr>
          <p:cNvPicPr>
            <a:picLocks noChangeAspect="1"/>
          </p:cNvPicPr>
          <p:nvPr/>
        </p:nvPicPr>
        <p:blipFill>
          <a:blip r:embed="rId5"/>
          <a:stretch>
            <a:fillRect/>
          </a:stretch>
        </p:blipFill>
        <p:spPr>
          <a:xfrm>
            <a:off x="6917194" y="1894192"/>
            <a:ext cx="4326539" cy="3956275"/>
          </a:xfrm>
          <a:prstGeom prst="rect">
            <a:avLst/>
          </a:prstGeom>
        </p:spPr>
      </p:pic>
    </p:spTree>
    <p:extLst>
      <p:ext uri="{BB962C8B-B14F-4D97-AF65-F5344CB8AC3E}">
        <p14:creationId xmlns:p14="http://schemas.microsoft.com/office/powerpoint/2010/main" val="41965977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FBEDAA-C0A4-FBA2-7092-C4F52C01FE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8490FC-3B8F-0E6D-E2C8-F5A2F54F7C98}"/>
              </a:ext>
            </a:extLst>
          </p:cNvPr>
          <p:cNvSpPr>
            <a:spLocks noGrp="1"/>
          </p:cNvSpPr>
          <p:nvPr>
            <p:ph type="title"/>
          </p:nvPr>
        </p:nvSpPr>
        <p:spPr>
          <a:xfrm>
            <a:off x="1523998" y="365125"/>
            <a:ext cx="8874649" cy="1325563"/>
          </a:xfrm>
        </p:spPr>
        <p:txBody>
          <a:bodyPr>
            <a:normAutofit/>
          </a:bodyPr>
          <a:lstStyle/>
          <a:p>
            <a:pPr algn="ctr"/>
            <a:r>
              <a:rPr lang="en-US" sz="3400" b="1" dirty="0">
                <a:latin typeface="Times New Roman" panose="02020603050405020304" pitchFamily="18" charset="0"/>
                <a:cs typeface="Times New Roman" panose="02020603050405020304" pitchFamily="18" charset="0"/>
              </a:rPr>
              <a:t>Module 2: Disease Trend Analysis and Temporal Patterns</a:t>
            </a:r>
          </a:p>
        </p:txBody>
      </p:sp>
      <p:sp>
        <p:nvSpPr>
          <p:cNvPr id="3" name="Content Placeholder 2">
            <a:extLst>
              <a:ext uri="{FF2B5EF4-FFF2-40B4-BE49-F238E27FC236}">
                <a16:creationId xmlns:a16="http://schemas.microsoft.com/office/drawing/2014/main" id="{39BD6551-15C1-9699-7BAF-DD9D75AE4EAF}"/>
              </a:ext>
            </a:extLst>
          </p:cNvPr>
          <p:cNvSpPr>
            <a:spLocks noGrp="1"/>
          </p:cNvSpPr>
          <p:nvPr>
            <p:ph idx="1"/>
          </p:nvPr>
        </p:nvSpPr>
        <p:spPr>
          <a:xfrm>
            <a:off x="956309" y="2268001"/>
            <a:ext cx="10515600" cy="4351338"/>
          </a:xfrm>
        </p:spPr>
        <p:txBody>
          <a:bodyPr>
            <a:normAutofit/>
          </a:bodyPr>
          <a:lstStyle/>
          <a:p>
            <a:r>
              <a:rPr lang="en-US" sz="2200" b="1" dirty="0"/>
              <a:t>Purpose:</a:t>
            </a:r>
            <a:br>
              <a:rPr lang="en-US" sz="2200" dirty="0"/>
            </a:br>
            <a:r>
              <a:rPr lang="en-US" sz="2200" dirty="0"/>
              <a:t>Understand disease distribution, comparisons, and trends over time</a:t>
            </a:r>
          </a:p>
          <a:p>
            <a:r>
              <a:rPr lang="en-US" sz="2200" b="1" dirty="0"/>
              <a:t>Key Activities:</a:t>
            </a:r>
            <a:endParaRPr lang="en-US" sz="2200" dirty="0"/>
          </a:p>
          <a:p>
            <a:pPr lvl="1"/>
            <a:r>
              <a:rPr lang="en-US" sz="2200" dirty="0"/>
              <a:t>Analyze disease cases across different categories</a:t>
            </a:r>
          </a:p>
          <a:p>
            <a:pPr lvl="1"/>
            <a:r>
              <a:rPr lang="en-US" sz="2200" dirty="0"/>
              <a:t>Compare disease counts by gender, age group, and region</a:t>
            </a:r>
          </a:p>
          <a:p>
            <a:pPr lvl="1"/>
            <a:r>
              <a:rPr lang="en-US" sz="2200" dirty="0"/>
              <a:t>Examine trends in disease occurrence over time</a:t>
            </a:r>
          </a:p>
          <a:p>
            <a:r>
              <a:rPr lang="en-US" sz="2200" b="1" dirty="0"/>
              <a:t>Visualizations Used:</a:t>
            </a:r>
            <a:endParaRPr lang="en-US" sz="2200" dirty="0"/>
          </a:p>
          <a:p>
            <a:pPr lvl="1"/>
            <a:r>
              <a:rPr lang="en-US" sz="2200" dirty="0"/>
              <a:t>Bar plots, histograms, boxplots, pie charts</a:t>
            </a:r>
          </a:p>
          <a:p>
            <a:pPr lvl="1"/>
            <a:r>
              <a:rPr lang="en-US" sz="2200" dirty="0"/>
              <a:t>Line charts for trend analysis</a:t>
            </a:r>
          </a:p>
          <a:p>
            <a:r>
              <a:rPr lang="en-US" sz="2200" b="1" dirty="0"/>
              <a:t>Output:</a:t>
            </a:r>
            <a:endParaRPr lang="en-US" sz="2200" dirty="0"/>
          </a:p>
          <a:p>
            <a:pPr lvl="1"/>
            <a:r>
              <a:rPr lang="en-US" sz="2200" dirty="0"/>
              <a:t>Insights on disease distribution, proportions, and trends</a:t>
            </a:r>
          </a:p>
        </p:txBody>
      </p:sp>
      <p:pic>
        <p:nvPicPr>
          <p:cNvPr id="4" name="Google Shape;161;p1">
            <a:extLst>
              <a:ext uri="{FF2B5EF4-FFF2-40B4-BE49-F238E27FC236}">
                <a16:creationId xmlns:a16="http://schemas.microsoft.com/office/drawing/2014/main" id="{C9528352-F072-B1B2-DA5B-35741CB8D69B}"/>
              </a:ext>
            </a:extLst>
          </p:cNvPr>
          <p:cNvPicPr preferRelativeResize="0"/>
          <p:nvPr/>
        </p:nvPicPr>
        <p:blipFill rotWithShape="1">
          <a:blip r:embed="rId2">
            <a:alphaModFix/>
          </a:blip>
          <a:srcRect/>
          <a:stretch/>
        </p:blipFill>
        <p:spPr>
          <a:xfrm>
            <a:off x="388619" y="238661"/>
            <a:ext cx="1135380" cy="1500492"/>
          </a:xfrm>
          <a:prstGeom prst="rect">
            <a:avLst/>
          </a:prstGeom>
          <a:noFill/>
          <a:ln>
            <a:noFill/>
          </a:ln>
        </p:spPr>
      </p:pic>
      <p:pic>
        <p:nvPicPr>
          <p:cNvPr id="5" name="Google Shape;162;p1">
            <a:extLst>
              <a:ext uri="{FF2B5EF4-FFF2-40B4-BE49-F238E27FC236}">
                <a16:creationId xmlns:a16="http://schemas.microsoft.com/office/drawing/2014/main" id="{9ECE465D-4372-135B-2D9C-81C948508C5E}"/>
              </a:ext>
            </a:extLst>
          </p:cNvPr>
          <p:cNvPicPr preferRelativeResize="0"/>
          <p:nvPr/>
        </p:nvPicPr>
        <p:blipFill rotWithShape="1">
          <a:blip r:embed="rId3">
            <a:alphaModFix/>
          </a:blip>
          <a:srcRect/>
          <a:stretch/>
        </p:blipFill>
        <p:spPr>
          <a:xfrm>
            <a:off x="10398647" y="210086"/>
            <a:ext cx="1404732" cy="1362861"/>
          </a:xfrm>
          <a:prstGeom prst="rect">
            <a:avLst/>
          </a:prstGeom>
          <a:noFill/>
          <a:ln>
            <a:noFill/>
          </a:ln>
        </p:spPr>
      </p:pic>
    </p:spTree>
    <p:extLst>
      <p:ext uri="{BB962C8B-B14F-4D97-AF65-F5344CB8AC3E}">
        <p14:creationId xmlns:p14="http://schemas.microsoft.com/office/powerpoint/2010/main" val="12240612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280285-0C24-A6BF-D7C8-190E603D38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968D2C-EA25-FE52-0281-1947061F9A10}"/>
              </a:ext>
            </a:extLst>
          </p:cNvPr>
          <p:cNvSpPr>
            <a:spLocks noGrp="1"/>
          </p:cNvSpPr>
          <p:nvPr>
            <p:ph type="title"/>
          </p:nvPr>
        </p:nvSpPr>
        <p:spPr>
          <a:xfrm>
            <a:off x="1523998" y="365125"/>
            <a:ext cx="8874649" cy="1325563"/>
          </a:xfrm>
        </p:spPr>
        <p:txBody>
          <a:bodyPr>
            <a:normAutofit/>
          </a:bodyPr>
          <a:lstStyle/>
          <a:p>
            <a:pPr algn="ctr"/>
            <a:r>
              <a:rPr lang="en-US" sz="3400" b="1" dirty="0">
                <a:latin typeface="Times New Roman" panose="02020603050405020304" pitchFamily="18" charset="0"/>
                <a:cs typeface="Times New Roman" panose="02020603050405020304" pitchFamily="18" charset="0"/>
              </a:rPr>
              <a:t>OUTPUT</a:t>
            </a:r>
          </a:p>
        </p:txBody>
      </p:sp>
      <p:pic>
        <p:nvPicPr>
          <p:cNvPr id="4" name="Google Shape;161;p1">
            <a:extLst>
              <a:ext uri="{FF2B5EF4-FFF2-40B4-BE49-F238E27FC236}">
                <a16:creationId xmlns:a16="http://schemas.microsoft.com/office/drawing/2014/main" id="{EB356B14-7228-BC31-FD11-CAD40D9D4ED4}"/>
              </a:ext>
            </a:extLst>
          </p:cNvPr>
          <p:cNvPicPr preferRelativeResize="0"/>
          <p:nvPr/>
        </p:nvPicPr>
        <p:blipFill rotWithShape="1">
          <a:blip r:embed="rId2">
            <a:alphaModFix/>
          </a:blip>
          <a:srcRect/>
          <a:stretch/>
        </p:blipFill>
        <p:spPr>
          <a:xfrm>
            <a:off x="388619" y="238661"/>
            <a:ext cx="1135380" cy="1500492"/>
          </a:xfrm>
          <a:prstGeom prst="rect">
            <a:avLst/>
          </a:prstGeom>
          <a:noFill/>
          <a:ln>
            <a:noFill/>
          </a:ln>
        </p:spPr>
      </p:pic>
      <p:pic>
        <p:nvPicPr>
          <p:cNvPr id="5" name="Google Shape;162;p1">
            <a:extLst>
              <a:ext uri="{FF2B5EF4-FFF2-40B4-BE49-F238E27FC236}">
                <a16:creationId xmlns:a16="http://schemas.microsoft.com/office/drawing/2014/main" id="{00665DFA-F300-0CEC-89FC-8F25A6B0EC9B}"/>
              </a:ext>
            </a:extLst>
          </p:cNvPr>
          <p:cNvPicPr preferRelativeResize="0"/>
          <p:nvPr/>
        </p:nvPicPr>
        <p:blipFill rotWithShape="1">
          <a:blip r:embed="rId3">
            <a:alphaModFix/>
          </a:blip>
          <a:srcRect/>
          <a:stretch/>
        </p:blipFill>
        <p:spPr>
          <a:xfrm>
            <a:off x="10398647" y="210086"/>
            <a:ext cx="1404732" cy="1362861"/>
          </a:xfrm>
          <a:prstGeom prst="rect">
            <a:avLst/>
          </a:prstGeom>
          <a:noFill/>
          <a:ln>
            <a:noFill/>
          </a:ln>
        </p:spPr>
      </p:pic>
      <p:pic>
        <p:nvPicPr>
          <p:cNvPr id="9" name="Content Placeholder 8">
            <a:extLst>
              <a:ext uri="{FF2B5EF4-FFF2-40B4-BE49-F238E27FC236}">
                <a16:creationId xmlns:a16="http://schemas.microsoft.com/office/drawing/2014/main" id="{57BA630C-6F87-3118-840D-E5A84AF98C55}"/>
              </a:ext>
            </a:extLst>
          </p:cNvPr>
          <p:cNvPicPr>
            <a:picLocks noGrp="1" noChangeAspect="1"/>
          </p:cNvPicPr>
          <p:nvPr>
            <p:ph idx="1"/>
          </p:nvPr>
        </p:nvPicPr>
        <p:blipFill>
          <a:blip r:embed="rId4"/>
          <a:stretch>
            <a:fillRect/>
          </a:stretch>
        </p:blipFill>
        <p:spPr>
          <a:xfrm>
            <a:off x="478055" y="1865617"/>
            <a:ext cx="7138021" cy="4351338"/>
          </a:xfrm>
          <a:prstGeom prst="rect">
            <a:avLst/>
          </a:prstGeom>
        </p:spPr>
      </p:pic>
      <p:pic>
        <p:nvPicPr>
          <p:cNvPr id="11" name="Picture 10">
            <a:extLst>
              <a:ext uri="{FF2B5EF4-FFF2-40B4-BE49-F238E27FC236}">
                <a16:creationId xmlns:a16="http://schemas.microsoft.com/office/drawing/2014/main" id="{E62EA6B3-C1D6-F9E8-C67C-41AEB9E68488}"/>
              </a:ext>
            </a:extLst>
          </p:cNvPr>
          <p:cNvPicPr>
            <a:picLocks noChangeAspect="1"/>
          </p:cNvPicPr>
          <p:nvPr/>
        </p:nvPicPr>
        <p:blipFill>
          <a:blip r:embed="rId5"/>
          <a:stretch>
            <a:fillRect/>
          </a:stretch>
        </p:blipFill>
        <p:spPr>
          <a:xfrm>
            <a:off x="7743075" y="1865617"/>
            <a:ext cx="3882707" cy="4462595"/>
          </a:xfrm>
          <a:prstGeom prst="rect">
            <a:avLst/>
          </a:prstGeom>
        </p:spPr>
      </p:pic>
    </p:spTree>
    <p:extLst>
      <p:ext uri="{BB962C8B-B14F-4D97-AF65-F5344CB8AC3E}">
        <p14:creationId xmlns:p14="http://schemas.microsoft.com/office/powerpoint/2010/main" val="26480726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E1CAF9-BD03-F93B-EA22-51F65E0835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0F0750-CD98-E18D-EE58-000890EBC867}"/>
              </a:ext>
            </a:extLst>
          </p:cNvPr>
          <p:cNvSpPr>
            <a:spLocks noGrp="1"/>
          </p:cNvSpPr>
          <p:nvPr>
            <p:ph type="title"/>
          </p:nvPr>
        </p:nvSpPr>
        <p:spPr>
          <a:xfrm>
            <a:off x="1523998" y="365125"/>
            <a:ext cx="8874649" cy="1325563"/>
          </a:xfrm>
        </p:spPr>
        <p:txBody>
          <a:bodyPr>
            <a:normAutofit/>
          </a:bodyPr>
          <a:lstStyle/>
          <a:p>
            <a:pPr algn="ctr"/>
            <a:r>
              <a:rPr lang="en-US" sz="3400" b="1" dirty="0">
                <a:latin typeface="Times New Roman" panose="02020603050405020304" pitchFamily="18" charset="0"/>
                <a:cs typeface="Times New Roman" panose="02020603050405020304" pitchFamily="18" charset="0"/>
              </a:rPr>
              <a:t>Module 3: Disease Distribution, Comparative Analysis, and Insights</a:t>
            </a:r>
          </a:p>
        </p:txBody>
      </p:sp>
      <p:sp>
        <p:nvSpPr>
          <p:cNvPr id="3" name="Content Placeholder 2">
            <a:extLst>
              <a:ext uri="{FF2B5EF4-FFF2-40B4-BE49-F238E27FC236}">
                <a16:creationId xmlns:a16="http://schemas.microsoft.com/office/drawing/2014/main" id="{BCF51D92-DC04-1F0D-32A8-533E7C46458E}"/>
              </a:ext>
            </a:extLst>
          </p:cNvPr>
          <p:cNvSpPr>
            <a:spLocks noGrp="1"/>
          </p:cNvSpPr>
          <p:nvPr>
            <p:ph idx="1"/>
          </p:nvPr>
        </p:nvSpPr>
        <p:spPr>
          <a:xfrm>
            <a:off x="1143000" y="2141537"/>
            <a:ext cx="10515600" cy="4351338"/>
          </a:xfrm>
        </p:spPr>
        <p:txBody>
          <a:bodyPr>
            <a:normAutofit/>
          </a:bodyPr>
          <a:lstStyle/>
          <a:p>
            <a:r>
              <a:rPr lang="en-US" sz="2200" b="1" dirty="0"/>
              <a:t>Purpose:</a:t>
            </a:r>
            <a:br>
              <a:rPr lang="en-US" sz="2200" dirty="0"/>
            </a:br>
            <a:r>
              <a:rPr lang="en-US" sz="2200" dirty="0"/>
              <a:t>Monitor disease trends over time and understand distribution patterns</a:t>
            </a:r>
          </a:p>
          <a:p>
            <a:r>
              <a:rPr lang="en-US" sz="2200" b="1" dirty="0"/>
              <a:t>Key Activities:</a:t>
            </a:r>
            <a:endParaRPr lang="en-US" sz="2200" dirty="0"/>
          </a:p>
          <a:p>
            <a:pPr lvl="1"/>
            <a:r>
              <a:rPr lang="en-US" sz="2200" dirty="0"/>
              <a:t>Analyze increase or decrease in disease cases over time</a:t>
            </a:r>
          </a:p>
          <a:p>
            <a:pPr lvl="1"/>
            <a:r>
              <a:rPr lang="en-US" sz="2200" dirty="0"/>
              <a:t>Compare multiple diseases across different time periods</a:t>
            </a:r>
          </a:p>
          <a:p>
            <a:pPr lvl="1"/>
            <a:r>
              <a:rPr lang="en-US" sz="2200" dirty="0"/>
              <a:t>Study disease distribution to extract meaningful insights</a:t>
            </a:r>
          </a:p>
          <a:p>
            <a:r>
              <a:rPr lang="en-US" sz="2200" b="1" dirty="0"/>
              <a:t>Visualizations Used:</a:t>
            </a:r>
            <a:endParaRPr lang="en-US" sz="2200" dirty="0"/>
          </a:p>
          <a:p>
            <a:pPr lvl="1"/>
            <a:r>
              <a:rPr lang="en-US" sz="2200" dirty="0"/>
              <a:t>Line plots and multi-line trend graphs</a:t>
            </a:r>
          </a:p>
          <a:p>
            <a:pPr lvl="1"/>
            <a:r>
              <a:rPr lang="en-US" sz="2200" dirty="0"/>
              <a:t>Supporting distribution charts for insights</a:t>
            </a:r>
          </a:p>
          <a:p>
            <a:r>
              <a:rPr lang="en-US" sz="2200" b="1" dirty="0"/>
              <a:t>Output:</a:t>
            </a:r>
            <a:endParaRPr lang="en-US" sz="2200" dirty="0"/>
          </a:p>
          <a:p>
            <a:pPr lvl="1"/>
            <a:r>
              <a:rPr lang="en-US" sz="2200" dirty="0"/>
              <a:t>Clear trend-based and distribution-based insights for decision-making</a:t>
            </a:r>
          </a:p>
        </p:txBody>
      </p:sp>
      <p:pic>
        <p:nvPicPr>
          <p:cNvPr id="4" name="Google Shape;161;p1">
            <a:extLst>
              <a:ext uri="{FF2B5EF4-FFF2-40B4-BE49-F238E27FC236}">
                <a16:creationId xmlns:a16="http://schemas.microsoft.com/office/drawing/2014/main" id="{8E34C3C8-BF4E-BCB4-67AD-ABFF5F7B958E}"/>
              </a:ext>
            </a:extLst>
          </p:cNvPr>
          <p:cNvPicPr preferRelativeResize="0"/>
          <p:nvPr/>
        </p:nvPicPr>
        <p:blipFill rotWithShape="1">
          <a:blip r:embed="rId2">
            <a:alphaModFix/>
          </a:blip>
          <a:srcRect/>
          <a:stretch/>
        </p:blipFill>
        <p:spPr>
          <a:xfrm>
            <a:off x="388619" y="238661"/>
            <a:ext cx="1135380" cy="1500492"/>
          </a:xfrm>
          <a:prstGeom prst="rect">
            <a:avLst/>
          </a:prstGeom>
          <a:noFill/>
          <a:ln>
            <a:noFill/>
          </a:ln>
        </p:spPr>
      </p:pic>
      <p:pic>
        <p:nvPicPr>
          <p:cNvPr id="5" name="Google Shape;162;p1">
            <a:extLst>
              <a:ext uri="{FF2B5EF4-FFF2-40B4-BE49-F238E27FC236}">
                <a16:creationId xmlns:a16="http://schemas.microsoft.com/office/drawing/2014/main" id="{21BF8E77-8B8D-DF62-F784-545477911322}"/>
              </a:ext>
            </a:extLst>
          </p:cNvPr>
          <p:cNvPicPr preferRelativeResize="0"/>
          <p:nvPr/>
        </p:nvPicPr>
        <p:blipFill rotWithShape="1">
          <a:blip r:embed="rId3">
            <a:alphaModFix/>
          </a:blip>
          <a:srcRect/>
          <a:stretch/>
        </p:blipFill>
        <p:spPr>
          <a:xfrm>
            <a:off x="10398647" y="210086"/>
            <a:ext cx="1404732" cy="1362861"/>
          </a:xfrm>
          <a:prstGeom prst="rect">
            <a:avLst/>
          </a:prstGeom>
          <a:noFill/>
          <a:ln>
            <a:noFill/>
          </a:ln>
        </p:spPr>
      </p:pic>
    </p:spTree>
    <p:extLst>
      <p:ext uri="{BB962C8B-B14F-4D97-AF65-F5344CB8AC3E}">
        <p14:creationId xmlns:p14="http://schemas.microsoft.com/office/powerpoint/2010/main" val="34123952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67701C-D4E8-7182-4824-36D512327E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90A6F0E-4231-65C8-BA1E-03094376E4F2}"/>
              </a:ext>
            </a:extLst>
          </p:cNvPr>
          <p:cNvSpPr>
            <a:spLocks noGrp="1"/>
          </p:cNvSpPr>
          <p:nvPr>
            <p:ph type="title"/>
          </p:nvPr>
        </p:nvSpPr>
        <p:spPr>
          <a:xfrm>
            <a:off x="1523998" y="365125"/>
            <a:ext cx="8874649" cy="1325563"/>
          </a:xfrm>
        </p:spPr>
        <p:txBody>
          <a:bodyPr>
            <a:normAutofit/>
          </a:bodyPr>
          <a:lstStyle/>
          <a:p>
            <a:pPr algn="ctr"/>
            <a:r>
              <a:rPr lang="en-US" sz="3400" b="1" dirty="0">
                <a:latin typeface="Times New Roman" panose="02020603050405020304" pitchFamily="18" charset="0"/>
                <a:cs typeface="Times New Roman" panose="02020603050405020304" pitchFamily="18" charset="0"/>
              </a:rPr>
              <a:t>OUTPUT</a:t>
            </a:r>
          </a:p>
        </p:txBody>
      </p:sp>
      <p:pic>
        <p:nvPicPr>
          <p:cNvPr id="4" name="Google Shape;161;p1">
            <a:extLst>
              <a:ext uri="{FF2B5EF4-FFF2-40B4-BE49-F238E27FC236}">
                <a16:creationId xmlns:a16="http://schemas.microsoft.com/office/drawing/2014/main" id="{CFB14EA2-76F7-AF9D-27BE-278BBFCFF694}"/>
              </a:ext>
            </a:extLst>
          </p:cNvPr>
          <p:cNvPicPr preferRelativeResize="0"/>
          <p:nvPr/>
        </p:nvPicPr>
        <p:blipFill rotWithShape="1">
          <a:blip r:embed="rId2">
            <a:alphaModFix/>
          </a:blip>
          <a:srcRect/>
          <a:stretch/>
        </p:blipFill>
        <p:spPr>
          <a:xfrm>
            <a:off x="388619" y="238661"/>
            <a:ext cx="1135380" cy="1500492"/>
          </a:xfrm>
          <a:prstGeom prst="rect">
            <a:avLst/>
          </a:prstGeom>
          <a:noFill/>
          <a:ln>
            <a:noFill/>
          </a:ln>
        </p:spPr>
      </p:pic>
      <p:pic>
        <p:nvPicPr>
          <p:cNvPr id="5" name="Google Shape;162;p1">
            <a:extLst>
              <a:ext uri="{FF2B5EF4-FFF2-40B4-BE49-F238E27FC236}">
                <a16:creationId xmlns:a16="http://schemas.microsoft.com/office/drawing/2014/main" id="{BCDADBC0-5AA0-C003-E246-56A956CBE585}"/>
              </a:ext>
            </a:extLst>
          </p:cNvPr>
          <p:cNvPicPr preferRelativeResize="0"/>
          <p:nvPr/>
        </p:nvPicPr>
        <p:blipFill rotWithShape="1">
          <a:blip r:embed="rId3">
            <a:alphaModFix/>
          </a:blip>
          <a:srcRect/>
          <a:stretch/>
        </p:blipFill>
        <p:spPr>
          <a:xfrm>
            <a:off x="10398647" y="210086"/>
            <a:ext cx="1404732" cy="1362861"/>
          </a:xfrm>
          <a:prstGeom prst="rect">
            <a:avLst/>
          </a:prstGeom>
          <a:noFill/>
          <a:ln>
            <a:noFill/>
          </a:ln>
        </p:spPr>
      </p:pic>
      <p:pic>
        <p:nvPicPr>
          <p:cNvPr id="9" name="Content Placeholder 8">
            <a:extLst>
              <a:ext uri="{FF2B5EF4-FFF2-40B4-BE49-F238E27FC236}">
                <a16:creationId xmlns:a16="http://schemas.microsoft.com/office/drawing/2014/main" id="{EB2BAC7F-533C-0803-195E-FFF6EDB8CFDF}"/>
              </a:ext>
            </a:extLst>
          </p:cNvPr>
          <p:cNvPicPr>
            <a:picLocks noGrp="1" noChangeAspect="1"/>
          </p:cNvPicPr>
          <p:nvPr>
            <p:ph idx="1"/>
          </p:nvPr>
        </p:nvPicPr>
        <p:blipFill>
          <a:blip r:embed="rId4"/>
          <a:stretch>
            <a:fillRect/>
          </a:stretch>
        </p:blipFill>
        <p:spPr>
          <a:xfrm>
            <a:off x="516466" y="1954431"/>
            <a:ext cx="6290733" cy="4076791"/>
          </a:xfrm>
          <a:prstGeom prst="rect">
            <a:avLst/>
          </a:prstGeom>
        </p:spPr>
      </p:pic>
      <p:pic>
        <p:nvPicPr>
          <p:cNvPr id="11" name="Picture 10">
            <a:extLst>
              <a:ext uri="{FF2B5EF4-FFF2-40B4-BE49-F238E27FC236}">
                <a16:creationId xmlns:a16="http://schemas.microsoft.com/office/drawing/2014/main" id="{B07BB5C6-2C66-7442-131C-8F13B1307E9F}"/>
              </a:ext>
            </a:extLst>
          </p:cNvPr>
          <p:cNvPicPr>
            <a:picLocks noChangeAspect="1"/>
          </p:cNvPicPr>
          <p:nvPr/>
        </p:nvPicPr>
        <p:blipFill>
          <a:blip r:embed="rId5"/>
          <a:stretch>
            <a:fillRect/>
          </a:stretch>
        </p:blipFill>
        <p:spPr>
          <a:xfrm>
            <a:off x="6807199" y="2040466"/>
            <a:ext cx="4870857" cy="3877733"/>
          </a:xfrm>
          <a:prstGeom prst="rect">
            <a:avLst/>
          </a:prstGeom>
        </p:spPr>
      </p:pic>
    </p:spTree>
    <p:extLst>
      <p:ext uri="{BB962C8B-B14F-4D97-AF65-F5344CB8AC3E}">
        <p14:creationId xmlns:p14="http://schemas.microsoft.com/office/powerpoint/2010/main" val="32511425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F0A5AB-8026-2A2A-FC43-BB5D0884BD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C57BCC-F607-40A1-3D01-95B23FBD02B2}"/>
              </a:ext>
            </a:extLst>
          </p:cNvPr>
          <p:cNvSpPr>
            <a:spLocks noGrp="1"/>
          </p:cNvSpPr>
          <p:nvPr>
            <p:ph type="title"/>
          </p:nvPr>
        </p:nvSpPr>
        <p:spPr>
          <a:xfrm>
            <a:off x="1523998" y="365125"/>
            <a:ext cx="8874649" cy="1325563"/>
          </a:xfrm>
        </p:spPr>
        <p:txBody>
          <a:bodyPr>
            <a:normAutofit/>
          </a:bodyPr>
          <a:lstStyle/>
          <a:p>
            <a:pPr algn="ctr"/>
            <a:r>
              <a:rPr lang="en-IN" sz="3600" b="1" dirty="0">
                <a:latin typeface="Times New Roman" panose="02020603050405020304" pitchFamily="18" charset="0"/>
                <a:cs typeface="Times New Roman" panose="02020603050405020304" pitchFamily="18" charset="0"/>
              </a:rPr>
              <a:t>Future Scope</a:t>
            </a:r>
          </a:p>
        </p:txBody>
      </p:sp>
      <p:sp>
        <p:nvSpPr>
          <p:cNvPr id="3" name="Content Placeholder 2">
            <a:extLst>
              <a:ext uri="{FF2B5EF4-FFF2-40B4-BE49-F238E27FC236}">
                <a16:creationId xmlns:a16="http://schemas.microsoft.com/office/drawing/2014/main" id="{1E48D6A2-AD8C-104C-45E6-6F5AD0487146}"/>
              </a:ext>
            </a:extLst>
          </p:cNvPr>
          <p:cNvSpPr>
            <a:spLocks noGrp="1"/>
          </p:cNvSpPr>
          <p:nvPr>
            <p:ph idx="1"/>
          </p:nvPr>
        </p:nvSpPr>
        <p:spPr>
          <a:xfrm>
            <a:off x="1143000" y="2141537"/>
            <a:ext cx="10515600" cy="4351338"/>
          </a:xfrm>
        </p:spPr>
        <p:txBody>
          <a:bodyPr>
            <a:normAutofit/>
          </a:bodyPr>
          <a:lstStyle/>
          <a:p>
            <a:pPr>
              <a:lnSpc>
                <a:spcPct val="150000"/>
              </a:lnSpc>
            </a:pPr>
            <a:r>
              <a:rPr lang="en-US" sz="2400" dirty="0">
                <a:latin typeface="Times New Roman" panose="02020603050405020304" pitchFamily="18" charset="0"/>
                <a:cs typeface="Times New Roman" panose="02020603050405020304" pitchFamily="18" charset="0"/>
              </a:rPr>
              <a:t>Integration of real-time healthcare data for continuous monitoring</a:t>
            </a:r>
          </a:p>
          <a:p>
            <a:pPr>
              <a:lnSpc>
                <a:spcPct val="150000"/>
              </a:lnSpc>
            </a:pPr>
            <a:r>
              <a:rPr lang="en-US" sz="2400" dirty="0">
                <a:latin typeface="Times New Roman" panose="02020603050405020304" pitchFamily="18" charset="0"/>
                <a:cs typeface="Times New Roman" panose="02020603050405020304" pitchFamily="18" charset="0"/>
              </a:rPr>
              <a:t>Predictive disease trend analysis using machine learning models</a:t>
            </a:r>
          </a:p>
          <a:p>
            <a:pPr>
              <a:lnSpc>
                <a:spcPct val="150000"/>
              </a:lnSpc>
            </a:pPr>
            <a:r>
              <a:rPr lang="en-US" sz="2400" dirty="0">
                <a:latin typeface="Times New Roman" panose="02020603050405020304" pitchFamily="18" charset="0"/>
                <a:cs typeface="Times New Roman" panose="02020603050405020304" pitchFamily="18" charset="0"/>
              </a:rPr>
              <a:t>Advanced geospatial visualization to track regional disease spread</a:t>
            </a:r>
          </a:p>
          <a:p>
            <a:pPr>
              <a:lnSpc>
                <a:spcPct val="150000"/>
              </a:lnSpc>
            </a:pPr>
            <a:r>
              <a:rPr lang="en-US" sz="2400" dirty="0">
                <a:latin typeface="Times New Roman" panose="02020603050405020304" pitchFamily="18" charset="0"/>
                <a:cs typeface="Times New Roman" panose="02020603050405020304" pitchFamily="18" charset="0"/>
              </a:rPr>
              <a:t>Interactive dashboards using R Shiny or Tableau</a:t>
            </a:r>
          </a:p>
          <a:p>
            <a:pPr>
              <a:lnSpc>
                <a:spcPct val="150000"/>
              </a:lnSpc>
            </a:pPr>
            <a:r>
              <a:rPr lang="en-US" sz="2400" dirty="0">
                <a:latin typeface="Times New Roman" panose="02020603050405020304" pitchFamily="18" charset="0"/>
                <a:cs typeface="Times New Roman" panose="02020603050405020304" pitchFamily="18" charset="0"/>
              </a:rPr>
              <a:t>Integration with Electronic Health Records (EHR) systems</a:t>
            </a:r>
          </a:p>
          <a:p>
            <a:pPr>
              <a:lnSpc>
                <a:spcPct val="150000"/>
              </a:lnSpc>
            </a:pPr>
            <a:r>
              <a:rPr lang="en-US" sz="2400" dirty="0">
                <a:latin typeface="Times New Roman" panose="02020603050405020304" pitchFamily="18" charset="0"/>
                <a:cs typeface="Times New Roman" panose="02020603050405020304" pitchFamily="18" charset="0"/>
              </a:rPr>
              <a:t>Decision support for healthcare authorities and policymakers</a:t>
            </a:r>
          </a:p>
        </p:txBody>
      </p:sp>
      <p:pic>
        <p:nvPicPr>
          <p:cNvPr id="4" name="Google Shape;161;p1">
            <a:extLst>
              <a:ext uri="{FF2B5EF4-FFF2-40B4-BE49-F238E27FC236}">
                <a16:creationId xmlns:a16="http://schemas.microsoft.com/office/drawing/2014/main" id="{E921A86D-23DD-240E-CE4F-4CCC7A0C2D6F}"/>
              </a:ext>
            </a:extLst>
          </p:cNvPr>
          <p:cNvPicPr preferRelativeResize="0"/>
          <p:nvPr/>
        </p:nvPicPr>
        <p:blipFill rotWithShape="1">
          <a:blip r:embed="rId2">
            <a:alphaModFix/>
          </a:blip>
          <a:srcRect/>
          <a:stretch/>
        </p:blipFill>
        <p:spPr>
          <a:xfrm>
            <a:off x="388619" y="238661"/>
            <a:ext cx="1135380" cy="1500492"/>
          </a:xfrm>
          <a:prstGeom prst="rect">
            <a:avLst/>
          </a:prstGeom>
          <a:noFill/>
          <a:ln>
            <a:noFill/>
          </a:ln>
        </p:spPr>
      </p:pic>
      <p:pic>
        <p:nvPicPr>
          <p:cNvPr id="5" name="Google Shape;162;p1">
            <a:extLst>
              <a:ext uri="{FF2B5EF4-FFF2-40B4-BE49-F238E27FC236}">
                <a16:creationId xmlns:a16="http://schemas.microsoft.com/office/drawing/2014/main" id="{3F96B7A7-BFDA-03D2-851F-1744FAC8CDD3}"/>
              </a:ext>
            </a:extLst>
          </p:cNvPr>
          <p:cNvPicPr preferRelativeResize="0"/>
          <p:nvPr/>
        </p:nvPicPr>
        <p:blipFill rotWithShape="1">
          <a:blip r:embed="rId3">
            <a:alphaModFix/>
          </a:blip>
          <a:srcRect/>
          <a:stretch/>
        </p:blipFill>
        <p:spPr>
          <a:xfrm>
            <a:off x="10398647" y="210086"/>
            <a:ext cx="1404732" cy="1362861"/>
          </a:xfrm>
          <a:prstGeom prst="rect">
            <a:avLst/>
          </a:prstGeom>
          <a:noFill/>
          <a:ln>
            <a:noFill/>
          </a:ln>
        </p:spPr>
      </p:pic>
    </p:spTree>
    <p:extLst>
      <p:ext uri="{BB962C8B-B14F-4D97-AF65-F5344CB8AC3E}">
        <p14:creationId xmlns:p14="http://schemas.microsoft.com/office/powerpoint/2010/main" val="7442868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54842F-1EB5-BA53-C22B-8E3B79D169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373917-5719-FCF8-16D1-181E89382151}"/>
              </a:ext>
            </a:extLst>
          </p:cNvPr>
          <p:cNvSpPr>
            <a:spLocks noGrp="1"/>
          </p:cNvSpPr>
          <p:nvPr>
            <p:ph type="title"/>
          </p:nvPr>
        </p:nvSpPr>
        <p:spPr>
          <a:xfrm>
            <a:off x="1523998" y="365125"/>
            <a:ext cx="8874649" cy="1325563"/>
          </a:xfrm>
        </p:spPr>
        <p:txBody>
          <a:bodyPr>
            <a:normAutofit/>
          </a:bodyPr>
          <a:lstStyle/>
          <a:p>
            <a:pPr algn="ctr"/>
            <a:r>
              <a:rPr lang="en-IN" sz="3600" b="1" dirty="0">
                <a:latin typeface="Times New Roman" panose="02020603050405020304" pitchFamily="18" charset="0"/>
                <a:cs typeface="Times New Roman" panose="02020603050405020304" pitchFamily="18" charset="0"/>
              </a:rPr>
              <a:t>Results and Discussion</a:t>
            </a:r>
          </a:p>
        </p:txBody>
      </p:sp>
      <p:sp>
        <p:nvSpPr>
          <p:cNvPr id="3" name="Content Placeholder 2">
            <a:extLst>
              <a:ext uri="{FF2B5EF4-FFF2-40B4-BE49-F238E27FC236}">
                <a16:creationId xmlns:a16="http://schemas.microsoft.com/office/drawing/2014/main" id="{B988D6F5-0EE8-7D0C-4778-D6774B1285D2}"/>
              </a:ext>
            </a:extLst>
          </p:cNvPr>
          <p:cNvSpPr>
            <a:spLocks noGrp="1"/>
          </p:cNvSpPr>
          <p:nvPr>
            <p:ph idx="1"/>
          </p:nvPr>
        </p:nvSpPr>
        <p:spPr>
          <a:xfrm>
            <a:off x="956308" y="2141537"/>
            <a:ext cx="10321291" cy="4351338"/>
          </a:xfrm>
        </p:spPr>
        <p:txBody>
          <a:bodyPr>
            <a:normAutofit/>
          </a:bodyPr>
          <a:lstStyle/>
          <a:p>
            <a:pPr>
              <a:lnSpc>
                <a:spcPct val="150000"/>
              </a:lnSpc>
            </a:pPr>
            <a:r>
              <a:rPr lang="en-US" sz="2400" dirty="0">
                <a:latin typeface="Times New Roman" panose="02020603050405020304" pitchFamily="18" charset="0"/>
                <a:cs typeface="Times New Roman" panose="02020603050405020304" pitchFamily="18" charset="0"/>
              </a:rPr>
              <a:t>Healthcare data was cleaned and prepared using R for accurate analysis</a:t>
            </a:r>
          </a:p>
          <a:p>
            <a:pPr>
              <a:lnSpc>
                <a:spcPct val="150000"/>
              </a:lnSpc>
            </a:pPr>
            <a:r>
              <a:rPr lang="en-US" sz="2400" dirty="0">
                <a:latin typeface="Times New Roman" panose="02020603050405020304" pitchFamily="18" charset="0"/>
                <a:cs typeface="Times New Roman" panose="02020603050405020304" pitchFamily="18" charset="0"/>
              </a:rPr>
              <a:t>EDA revealed disease patterns across time, age groups, and regions</a:t>
            </a:r>
          </a:p>
          <a:p>
            <a:pPr>
              <a:lnSpc>
                <a:spcPct val="150000"/>
              </a:lnSpc>
            </a:pPr>
            <a:r>
              <a:rPr lang="en-US" sz="2400" dirty="0">
                <a:latin typeface="Times New Roman" panose="02020603050405020304" pitchFamily="18" charset="0"/>
                <a:cs typeface="Times New Roman" panose="02020603050405020304" pitchFamily="18" charset="0"/>
              </a:rPr>
              <a:t>Basic charts effectively displayed disease distribution and comparisons</a:t>
            </a:r>
          </a:p>
          <a:p>
            <a:pPr>
              <a:lnSpc>
                <a:spcPct val="150000"/>
              </a:lnSpc>
            </a:pPr>
            <a:r>
              <a:rPr lang="en-US" sz="2400" dirty="0">
                <a:latin typeface="Times New Roman" panose="02020603050405020304" pitchFamily="18" charset="0"/>
                <a:cs typeface="Times New Roman" panose="02020603050405020304" pitchFamily="18" charset="0"/>
              </a:rPr>
              <a:t>Advanced visualizations showed seasonal effects and trend variations</a:t>
            </a:r>
          </a:p>
          <a:p>
            <a:pPr>
              <a:lnSpc>
                <a:spcPct val="150000"/>
              </a:lnSpc>
            </a:pPr>
            <a:r>
              <a:rPr lang="en-US" sz="2400" dirty="0">
                <a:latin typeface="Times New Roman" panose="02020603050405020304" pitchFamily="18" charset="0"/>
                <a:cs typeface="Times New Roman" panose="02020603050405020304" pitchFamily="18" charset="0"/>
              </a:rPr>
              <a:t>Trend analysis identified high-risk periods and affected populations</a:t>
            </a:r>
          </a:p>
          <a:p>
            <a:pPr>
              <a:lnSpc>
                <a:spcPct val="150000"/>
              </a:lnSpc>
            </a:pPr>
            <a:r>
              <a:rPr lang="en-US" sz="2400" dirty="0">
                <a:latin typeface="Times New Roman" panose="02020603050405020304" pitchFamily="18" charset="0"/>
                <a:cs typeface="Times New Roman" panose="02020603050405020304" pitchFamily="18" charset="0"/>
              </a:rPr>
              <a:t>Visual outputs simplified healthcare data for better understanding and decisions</a:t>
            </a:r>
          </a:p>
        </p:txBody>
      </p:sp>
      <p:pic>
        <p:nvPicPr>
          <p:cNvPr id="4" name="Google Shape;161;p1">
            <a:extLst>
              <a:ext uri="{FF2B5EF4-FFF2-40B4-BE49-F238E27FC236}">
                <a16:creationId xmlns:a16="http://schemas.microsoft.com/office/drawing/2014/main" id="{AF7D65A3-196E-ADC0-2633-FB78204391A7}"/>
              </a:ext>
            </a:extLst>
          </p:cNvPr>
          <p:cNvPicPr preferRelativeResize="0"/>
          <p:nvPr/>
        </p:nvPicPr>
        <p:blipFill rotWithShape="1">
          <a:blip r:embed="rId2">
            <a:alphaModFix/>
          </a:blip>
          <a:srcRect/>
          <a:stretch/>
        </p:blipFill>
        <p:spPr>
          <a:xfrm>
            <a:off x="388619" y="238661"/>
            <a:ext cx="1135380" cy="1500492"/>
          </a:xfrm>
          <a:prstGeom prst="rect">
            <a:avLst/>
          </a:prstGeom>
          <a:noFill/>
          <a:ln>
            <a:noFill/>
          </a:ln>
        </p:spPr>
      </p:pic>
      <p:pic>
        <p:nvPicPr>
          <p:cNvPr id="5" name="Google Shape;162;p1">
            <a:extLst>
              <a:ext uri="{FF2B5EF4-FFF2-40B4-BE49-F238E27FC236}">
                <a16:creationId xmlns:a16="http://schemas.microsoft.com/office/drawing/2014/main" id="{E4065367-C2E8-556E-D2BA-F7F613ABCCB9}"/>
              </a:ext>
            </a:extLst>
          </p:cNvPr>
          <p:cNvPicPr preferRelativeResize="0"/>
          <p:nvPr/>
        </p:nvPicPr>
        <p:blipFill rotWithShape="1">
          <a:blip r:embed="rId3">
            <a:alphaModFix/>
          </a:blip>
          <a:srcRect/>
          <a:stretch/>
        </p:blipFill>
        <p:spPr>
          <a:xfrm>
            <a:off x="10398647" y="210086"/>
            <a:ext cx="1404732" cy="1362861"/>
          </a:xfrm>
          <a:prstGeom prst="rect">
            <a:avLst/>
          </a:prstGeom>
          <a:noFill/>
          <a:ln>
            <a:noFill/>
          </a:ln>
        </p:spPr>
      </p:pic>
    </p:spTree>
    <p:extLst>
      <p:ext uri="{BB962C8B-B14F-4D97-AF65-F5344CB8AC3E}">
        <p14:creationId xmlns:p14="http://schemas.microsoft.com/office/powerpoint/2010/main" val="1862664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B6F9BF-663C-EFA0-3E36-56CED1F812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FFB397-963D-AC01-B24B-444184C1A664}"/>
              </a:ext>
            </a:extLst>
          </p:cNvPr>
          <p:cNvSpPr>
            <a:spLocks noGrp="1"/>
          </p:cNvSpPr>
          <p:nvPr>
            <p:ph type="title"/>
          </p:nvPr>
        </p:nvSpPr>
        <p:spPr>
          <a:xfrm>
            <a:off x="1523998" y="365125"/>
            <a:ext cx="8874649" cy="1325563"/>
          </a:xfrm>
        </p:spPr>
        <p:txBody>
          <a:bodyPr>
            <a:normAutofit/>
          </a:bodyPr>
          <a:lstStyle/>
          <a:p>
            <a:pPr algn="ctr"/>
            <a:r>
              <a:rPr lang="en-US" sz="3400" b="1" dirty="0">
                <a:latin typeface="Times New Roman" panose="02020603050405020304" pitchFamily="18" charset="0"/>
                <a:cs typeface="Times New Roman" panose="02020603050405020304" pitchFamily="18" charset="0"/>
              </a:rPr>
              <a:t>CONCLUSION</a:t>
            </a:r>
          </a:p>
        </p:txBody>
      </p:sp>
      <p:pic>
        <p:nvPicPr>
          <p:cNvPr id="4" name="Google Shape;161;p1">
            <a:extLst>
              <a:ext uri="{FF2B5EF4-FFF2-40B4-BE49-F238E27FC236}">
                <a16:creationId xmlns:a16="http://schemas.microsoft.com/office/drawing/2014/main" id="{4B8AFF79-033A-D189-036E-EBD90774F558}"/>
              </a:ext>
            </a:extLst>
          </p:cNvPr>
          <p:cNvPicPr preferRelativeResize="0"/>
          <p:nvPr/>
        </p:nvPicPr>
        <p:blipFill rotWithShape="1">
          <a:blip r:embed="rId2">
            <a:alphaModFix/>
          </a:blip>
          <a:srcRect/>
          <a:stretch/>
        </p:blipFill>
        <p:spPr>
          <a:xfrm>
            <a:off x="388619" y="238661"/>
            <a:ext cx="1135380" cy="1500492"/>
          </a:xfrm>
          <a:prstGeom prst="rect">
            <a:avLst/>
          </a:prstGeom>
          <a:noFill/>
          <a:ln>
            <a:noFill/>
          </a:ln>
        </p:spPr>
      </p:pic>
      <p:pic>
        <p:nvPicPr>
          <p:cNvPr id="5" name="Google Shape;162;p1">
            <a:extLst>
              <a:ext uri="{FF2B5EF4-FFF2-40B4-BE49-F238E27FC236}">
                <a16:creationId xmlns:a16="http://schemas.microsoft.com/office/drawing/2014/main" id="{9EFB0EE2-9B30-253B-D1A1-6B509A56175A}"/>
              </a:ext>
            </a:extLst>
          </p:cNvPr>
          <p:cNvPicPr preferRelativeResize="0"/>
          <p:nvPr/>
        </p:nvPicPr>
        <p:blipFill rotWithShape="1">
          <a:blip r:embed="rId3">
            <a:alphaModFix/>
          </a:blip>
          <a:srcRect/>
          <a:stretch/>
        </p:blipFill>
        <p:spPr>
          <a:xfrm>
            <a:off x="10398647" y="210086"/>
            <a:ext cx="1404732" cy="1362861"/>
          </a:xfrm>
          <a:prstGeom prst="rect">
            <a:avLst/>
          </a:prstGeom>
          <a:noFill/>
          <a:ln>
            <a:noFill/>
          </a:ln>
        </p:spPr>
      </p:pic>
      <p:sp>
        <p:nvSpPr>
          <p:cNvPr id="9" name="Rectangle 4">
            <a:extLst>
              <a:ext uri="{FF2B5EF4-FFF2-40B4-BE49-F238E27FC236}">
                <a16:creationId xmlns:a16="http://schemas.microsoft.com/office/drawing/2014/main" id="{5D56E469-B5B3-0C8E-7DBD-2530394A7B83}"/>
              </a:ext>
            </a:extLst>
          </p:cNvPr>
          <p:cNvSpPr>
            <a:spLocks noGrp="1" noChangeArrowheads="1"/>
          </p:cNvSpPr>
          <p:nvPr>
            <p:ph idx="1"/>
          </p:nvPr>
        </p:nvSpPr>
        <p:spPr bwMode="auto">
          <a:xfrm>
            <a:off x="1143000" y="2088230"/>
            <a:ext cx="10049933" cy="44579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project demonstrated effective use of R for healthcare data analysis and visualization.</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Proper data collection and preprocessing improved analysis accuracy.</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Exploratory data analysis revealed key disease patterns and distributions.</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Advanced visualizations highlighted disease trends and seasonal changes.</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Results enabled early identification of high-risk periods and populations.</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Overall, visualization proved to be a powerful tool for healthcare decision-making.</a:t>
            </a:r>
          </a:p>
        </p:txBody>
      </p:sp>
    </p:spTree>
    <p:extLst>
      <p:ext uri="{BB962C8B-B14F-4D97-AF65-F5344CB8AC3E}">
        <p14:creationId xmlns:p14="http://schemas.microsoft.com/office/powerpoint/2010/main" val="27474771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B88F8E-E259-F0E1-078E-39762C2D13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B99A39-54FF-D71E-30AE-0A0EDA0CC5D5}"/>
              </a:ext>
            </a:extLst>
          </p:cNvPr>
          <p:cNvSpPr>
            <a:spLocks noGrp="1"/>
          </p:cNvSpPr>
          <p:nvPr>
            <p:ph type="title"/>
          </p:nvPr>
        </p:nvSpPr>
        <p:spPr>
          <a:xfrm>
            <a:off x="1523998" y="365125"/>
            <a:ext cx="8874649" cy="1325563"/>
          </a:xfrm>
        </p:spPr>
        <p:txBody>
          <a:bodyPr>
            <a:normAutofit/>
          </a:bodyPr>
          <a:lstStyle/>
          <a:p>
            <a:pPr algn="ctr"/>
            <a:r>
              <a:rPr lang="en-US" sz="3400" b="1" dirty="0">
                <a:latin typeface="Times New Roman" panose="02020603050405020304" pitchFamily="18" charset="0"/>
                <a:cs typeface="Times New Roman" panose="02020603050405020304" pitchFamily="18" charset="0"/>
              </a:rPr>
              <a:t>REFERENCES</a:t>
            </a:r>
          </a:p>
        </p:txBody>
      </p:sp>
      <p:sp>
        <p:nvSpPr>
          <p:cNvPr id="3" name="Content Placeholder 2">
            <a:extLst>
              <a:ext uri="{FF2B5EF4-FFF2-40B4-BE49-F238E27FC236}">
                <a16:creationId xmlns:a16="http://schemas.microsoft.com/office/drawing/2014/main" id="{EFC9F2C6-E46F-7812-0916-E4834314313B}"/>
              </a:ext>
            </a:extLst>
          </p:cNvPr>
          <p:cNvSpPr>
            <a:spLocks noGrp="1"/>
          </p:cNvSpPr>
          <p:nvPr>
            <p:ph idx="1"/>
          </p:nvPr>
        </p:nvSpPr>
        <p:spPr>
          <a:xfrm>
            <a:off x="956309" y="1894192"/>
            <a:ext cx="10668000" cy="4351338"/>
          </a:xfrm>
        </p:spPr>
        <p:txBody>
          <a:bodyPr>
            <a:noAutofit/>
          </a:bodyPr>
          <a:lstStyle/>
          <a:p>
            <a:pPr>
              <a:lnSpc>
                <a:spcPct val="120000"/>
              </a:lnSpc>
            </a:pPr>
            <a:r>
              <a:rPr lang="en-IN" sz="1900" dirty="0">
                <a:latin typeface="Times New Roman" panose="02020603050405020304" pitchFamily="18" charset="0"/>
                <a:cs typeface="Times New Roman" panose="02020603050405020304" pitchFamily="18" charset="0"/>
              </a:rPr>
              <a:t>Wickham, H., &amp; Grolemund, G. (2017). </a:t>
            </a:r>
            <a:r>
              <a:rPr lang="en-IN" sz="1900" i="1" dirty="0">
                <a:latin typeface="Times New Roman" panose="02020603050405020304" pitchFamily="18" charset="0"/>
                <a:cs typeface="Times New Roman" panose="02020603050405020304" pitchFamily="18" charset="0"/>
              </a:rPr>
              <a:t>R for Data Science: Import, Tidy, Transform, Visualize, and Model Data</a:t>
            </a:r>
            <a:r>
              <a:rPr lang="en-IN" sz="1900" dirty="0">
                <a:latin typeface="Times New Roman" panose="02020603050405020304" pitchFamily="18" charset="0"/>
                <a:cs typeface="Times New Roman" panose="02020603050405020304" pitchFamily="18" charset="0"/>
              </a:rPr>
              <a:t>. O’Reilly Media.</a:t>
            </a:r>
          </a:p>
          <a:p>
            <a:pPr>
              <a:lnSpc>
                <a:spcPct val="120000"/>
              </a:lnSpc>
            </a:pPr>
            <a:r>
              <a:rPr lang="en-IN" sz="1900" dirty="0">
                <a:latin typeface="Times New Roman" panose="02020603050405020304" pitchFamily="18" charset="0"/>
                <a:cs typeface="Times New Roman" panose="02020603050405020304" pitchFamily="18" charset="0"/>
              </a:rPr>
              <a:t>Hadley Wickham (2016). </a:t>
            </a:r>
            <a:r>
              <a:rPr lang="en-IN" sz="1900" i="1" dirty="0">
                <a:latin typeface="Times New Roman" panose="02020603050405020304" pitchFamily="18" charset="0"/>
                <a:cs typeface="Times New Roman" panose="02020603050405020304" pitchFamily="18" charset="0"/>
              </a:rPr>
              <a:t>ggplot2: Elegant Graphics for Data Analysis</a:t>
            </a:r>
            <a:r>
              <a:rPr lang="en-IN" sz="1900" dirty="0">
                <a:latin typeface="Times New Roman" panose="02020603050405020304" pitchFamily="18" charset="0"/>
                <a:cs typeface="Times New Roman" panose="02020603050405020304" pitchFamily="18" charset="0"/>
              </a:rPr>
              <a:t>. Springer.</a:t>
            </a:r>
          </a:p>
          <a:p>
            <a:pPr>
              <a:lnSpc>
                <a:spcPct val="120000"/>
              </a:lnSpc>
            </a:pPr>
            <a:r>
              <a:rPr lang="en-IN" sz="1900" dirty="0">
                <a:latin typeface="Times New Roman" panose="02020603050405020304" pitchFamily="18" charset="0"/>
                <a:cs typeface="Times New Roman" panose="02020603050405020304" pitchFamily="18" charset="0"/>
              </a:rPr>
              <a:t>World Health Organization. (2023). </a:t>
            </a:r>
            <a:r>
              <a:rPr lang="en-IN" sz="1900" i="1" dirty="0">
                <a:latin typeface="Times New Roman" panose="02020603050405020304" pitchFamily="18" charset="0"/>
                <a:cs typeface="Times New Roman" panose="02020603050405020304" pitchFamily="18" charset="0"/>
              </a:rPr>
              <a:t>Health Data and Disease Surveillance Reports</a:t>
            </a:r>
            <a:r>
              <a:rPr lang="en-IN" sz="1900" dirty="0">
                <a:latin typeface="Times New Roman" panose="02020603050405020304" pitchFamily="18" charset="0"/>
                <a:cs typeface="Times New Roman" panose="02020603050405020304" pitchFamily="18" charset="0"/>
              </a:rPr>
              <a:t>.</a:t>
            </a:r>
          </a:p>
          <a:p>
            <a:pPr>
              <a:lnSpc>
                <a:spcPct val="120000"/>
              </a:lnSpc>
            </a:pPr>
            <a:r>
              <a:rPr lang="en-IN" sz="1900" dirty="0" err="1">
                <a:latin typeface="Times New Roman" panose="02020603050405020304" pitchFamily="18" charset="0"/>
                <a:cs typeface="Times New Roman" panose="02020603050405020304" pitchFamily="18" charset="0"/>
              </a:rPr>
              <a:t>Centers</a:t>
            </a:r>
            <a:r>
              <a:rPr lang="en-IN" sz="1900" dirty="0">
                <a:latin typeface="Times New Roman" panose="02020603050405020304" pitchFamily="18" charset="0"/>
                <a:cs typeface="Times New Roman" panose="02020603050405020304" pitchFamily="18" charset="0"/>
              </a:rPr>
              <a:t> for Disease Control and Prevention. (2022). </a:t>
            </a:r>
            <a:r>
              <a:rPr lang="en-IN" sz="1900" i="1" dirty="0">
                <a:latin typeface="Times New Roman" panose="02020603050405020304" pitchFamily="18" charset="0"/>
                <a:cs typeface="Times New Roman" panose="02020603050405020304" pitchFamily="18" charset="0"/>
              </a:rPr>
              <a:t>Public Health Data and Trend Analysis Documentation</a:t>
            </a:r>
            <a:r>
              <a:rPr lang="en-IN" sz="1900" dirty="0">
                <a:latin typeface="Times New Roman" panose="02020603050405020304" pitchFamily="18" charset="0"/>
                <a:cs typeface="Times New Roman" panose="02020603050405020304" pitchFamily="18" charset="0"/>
              </a:rPr>
              <a:t>.</a:t>
            </a:r>
          </a:p>
          <a:p>
            <a:pPr>
              <a:lnSpc>
                <a:spcPct val="120000"/>
              </a:lnSpc>
            </a:pPr>
            <a:r>
              <a:rPr lang="en-IN" sz="1900" dirty="0">
                <a:latin typeface="Times New Roman" panose="02020603050405020304" pitchFamily="18" charset="0"/>
                <a:cs typeface="Times New Roman" panose="02020603050405020304" pitchFamily="18" charset="0"/>
              </a:rPr>
              <a:t>James, G., Witten, D., Hastie, T., &amp; </a:t>
            </a:r>
            <a:r>
              <a:rPr lang="en-IN" sz="1900" dirty="0" err="1">
                <a:latin typeface="Times New Roman" panose="02020603050405020304" pitchFamily="18" charset="0"/>
                <a:cs typeface="Times New Roman" panose="02020603050405020304" pitchFamily="18" charset="0"/>
              </a:rPr>
              <a:t>Tibshirani</a:t>
            </a:r>
            <a:r>
              <a:rPr lang="en-IN" sz="1900" dirty="0">
                <a:latin typeface="Times New Roman" panose="02020603050405020304" pitchFamily="18" charset="0"/>
                <a:cs typeface="Times New Roman" panose="02020603050405020304" pitchFamily="18" charset="0"/>
              </a:rPr>
              <a:t>, R. (2021). </a:t>
            </a:r>
            <a:r>
              <a:rPr lang="en-IN" sz="1900" i="1" dirty="0">
                <a:latin typeface="Times New Roman" panose="02020603050405020304" pitchFamily="18" charset="0"/>
                <a:cs typeface="Times New Roman" panose="02020603050405020304" pitchFamily="18" charset="0"/>
              </a:rPr>
              <a:t>An Introduction to Statistical Learning with Applications in R</a:t>
            </a:r>
            <a:r>
              <a:rPr lang="en-IN" sz="1900" dirty="0">
                <a:latin typeface="Times New Roman" panose="02020603050405020304" pitchFamily="18" charset="0"/>
                <a:cs typeface="Times New Roman" panose="02020603050405020304" pitchFamily="18" charset="0"/>
              </a:rPr>
              <a:t>. Springer.</a:t>
            </a:r>
          </a:p>
          <a:p>
            <a:pPr>
              <a:lnSpc>
                <a:spcPct val="120000"/>
              </a:lnSpc>
            </a:pPr>
            <a:r>
              <a:rPr lang="en-IN" sz="1900" dirty="0">
                <a:latin typeface="Times New Roman" panose="02020603050405020304" pitchFamily="18" charset="0"/>
                <a:cs typeface="Times New Roman" panose="02020603050405020304" pitchFamily="18" charset="0"/>
              </a:rPr>
              <a:t>R Core Team. (2024). </a:t>
            </a:r>
            <a:r>
              <a:rPr lang="en-IN" sz="1900" i="1" dirty="0">
                <a:latin typeface="Times New Roman" panose="02020603050405020304" pitchFamily="18" charset="0"/>
                <a:cs typeface="Times New Roman" panose="02020603050405020304" pitchFamily="18" charset="0"/>
              </a:rPr>
              <a:t>R: A Language and Environment for Statistical Computing</a:t>
            </a:r>
            <a:r>
              <a:rPr lang="en-IN" sz="1900" dirty="0">
                <a:latin typeface="Times New Roman" panose="02020603050405020304" pitchFamily="18" charset="0"/>
                <a:cs typeface="Times New Roman" panose="02020603050405020304" pitchFamily="18" charset="0"/>
              </a:rPr>
              <a:t>.</a:t>
            </a:r>
          </a:p>
          <a:p>
            <a:pPr>
              <a:lnSpc>
                <a:spcPct val="120000"/>
              </a:lnSpc>
            </a:pPr>
            <a:r>
              <a:rPr lang="en-IN" sz="1900" dirty="0" err="1">
                <a:latin typeface="Times New Roman" panose="02020603050405020304" pitchFamily="18" charset="0"/>
                <a:cs typeface="Times New Roman" panose="02020603050405020304" pitchFamily="18" charset="0"/>
              </a:rPr>
              <a:t>Knaflic</a:t>
            </a:r>
            <a:r>
              <a:rPr lang="en-IN" sz="1900" dirty="0">
                <a:latin typeface="Times New Roman" panose="02020603050405020304" pitchFamily="18" charset="0"/>
                <a:cs typeface="Times New Roman" panose="02020603050405020304" pitchFamily="18" charset="0"/>
              </a:rPr>
              <a:t>, S. N. (2020). </a:t>
            </a:r>
            <a:r>
              <a:rPr lang="en-IN" sz="1900" i="1" dirty="0">
                <a:latin typeface="Times New Roman" panose="02020603050405020304" pitchFamily="18" charset="0"/>
                <a:cs typeface="Times New Roman" panose="02020603050405020304" pitchFamily="18" charset="0"/>
              </a:rPr>
              <a:t>Storytelling with Data: A Data Visualization Guide for Business Professionals</a:t>
            </a:r>
            <a:r>
              <a:rPr lang="en-IN" sz="1900" dirty="0">
                <a:latin typeface="Times New Roman" panose="02020603050405020304" pitchFamily="18" charset="0"/>
                <a:cs typeface="Times New Roman" panose="02020603050405020304" pitchFamily="18" charset="0"/>
              </a:rPr>
              <a:t>. Wiley.</a:t>
            </a:r>
          </a:p>
        </p:txBody>
      </p:sp>
      <p:pic>
        <p:nvPicPr>
          <p:cNvPr id="4" name="Google Shape;161;p1">
            <a:extLst>
              <a:ext uri="{FF2B5EF4-FFF2-40B4-BE49-F238E27FC236}">
                <a16:creationId xmlns:a16="http://schemas.microsoft.com/office/drawing/2014/main" id="{BAEE2E2B-0D71-4D51-226D-8895A472B94E}"/>
              </a:ext>
            </a:extLst>
          </p:cNvPr>
          <p:cNvPicPr preferRelativeResize="0"/>
          <p:nvPr/>
        </p:nvPicPr>
        <p:blipFill rotWithShape="1">
          <a:blip r:embed="rId2">
            <a:alphaModFix/>
          </a:blip>
          <a:srcRect/>
          <a:stretch/>
        </p:blipFill>
        <p:spPr>
          <a:xfrm>
            <a:off x="388619" y="238661"/>
            <a:ext cx="1135380" cy="1500492"/>
          </a:xfrm>
          <a:prstGeom prst="rect">
            <a:avLst/>
          </a:prstGeom>
          <a:noFill/>
          <a:ln>
            <a:noFill/>
          </a:ln>
        </p:spPr>
      </p:pic>
      <p:pic>
        <p:nvPicPr>
          <p:cNvPr id="5" name="Google Shape;162;p1">
            <a:extLst>
              <a:ext uri="{FF2B5EF4-FFF2-40B4-BE49-F238E27FC236}">
                <a16:creationId xmlns:a16="http://schemas.microsoft.com/office/drawing/2014/main" id="{20E70D7E-EDAD-6BF7-E327-94EAD4188119}"/>
              </a:ext>
            </a:extLst>
          </p:cNvPr>
          <p:cNvPicPr preferRelativeResize="0"/>
          <p:nvPr/>
        </p:nvPicPr>
        <p:blipFill rotWithShape="1">
          <a:blip r:embed="rId3">
            <a:alphaModFix/>
          </a:blip>
          <a:srcRect/>
          <a:stretch/>
        </p:blipFill>
        <p:spPr>
          <a:xfrm>
            <a:off x="10398647" y="210086"/>
            <a:ext cx="1404732" cy="1362861"/>
          </a:xfrm>
          <a:prstGeom prst="rect">
            <a:avLst/>
          </a:prstGeom>
          <a:noFill/>
          <a:ln>
            <a:noFill/>
          </a:ln>
        </p:spPr>
      </p:pic>
    </p:spTree>
    <p:extLst>
      <p:ext uri="{BB962C8B-B14F-4D97-AF65-F5344CB8AC3E}">
        <p14:creationId xmlns:p14="http://schemas.microsoft.com/office/powerpoint/2010/main" val="111775064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292</TotalTime>
  <Words>1109</Words>
  <Application>Microsoft Office PowerPoint</Application>
  <PresentationFormat>Widescreen</PresentationFormat>
  <Paragraphs>119</Paragraphs>
  <Slides>18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Arial</vt:lpstr>
      <vt:lpstr>Calibri</vt:lpstr>
      <vt:lpstr>Calibri Light</vt:lpstr>
      <vt:lpstr>Times New Roman</vt:lpstr>
      <vt:lpstr>Wingdings</vt:lpstr>
      <vt:lpstr>Office Theme</vt:lpstr>
      <vt:lpstr>Healthcare Data Analysis and Visualization for Disease Trend Monitoring Using R</vt:lpstr>
      <vt:lpstr>ABSTRACT</vt:lpstr>
      <vt:lpstr>INTRODUCTION</vt:lpstr>
      <vt:lpstr>PROBLEM STATEMENT</vt:lpstr>
      <vt:lpstr>OBJECTIVES</vt:lpstr>
      <vt:lpstr>METHODOLOGY</vt:lpstr>
      <vt:lpstr>ARCHITECTURE DIAGRAM</vt:lpstr>
      <vt:lpstr>MODULES</vt:lpstr>
      <vt:lpstr>Module 1: Healthcare Data Collection, Cleaning</vt:lpstr>
      <vt:lpstr>OUTPUT</vt:lpstr>
      <vt:lpstr>Module 2: Disease Trend Analysis and Temporal Patterns</vt:lpstr>
      <vt:lpstr>OUTPUT</vt:lpstr>
      <vt:lpstr>Module 3: Disease Distribution, Comparative Analysis, and Insights</vt:lpstr>
      <vt:lpstr>OUTPUT</vt:lpstr>
      <vt:lpstr>Future Scope</vt:lpstr>
      <vt:lpstr>Results and Discussion</vt:lpstr>
      <vt:lpstr>CONCLUSION</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Shaik Asif</dc:creator>
  <cp:lastModifiedBy>Shaik Asif</cp:lastModifiedBy>
  <cp:revision>1</cp:revision>
  <dcterms:created xsi:type="dcterms:W3CDTF">2026-01-08T05:43:11Z</dcterms:created>
  <dcterms:modified xsi:type="dcterms:W3CDTF">2026-02-03T05:30:18Z</dcterms:modified>
</cp:coreProperties>
</file>